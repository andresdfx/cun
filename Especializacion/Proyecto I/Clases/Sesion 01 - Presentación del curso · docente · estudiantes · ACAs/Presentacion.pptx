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Fundamentación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Anteproyecto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el encuentro tiene dos mitades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Nos vemos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vez por semana, dos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son dos horas de exposición.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Primera hora — contenido: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explica el punto de la semana y modela un ejemplo en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Segunda hora — tutoría en vivo: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cada equipo trabaja su avance y el Docente pasa por los equipos.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funciona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revés de lo que se acostumbra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lee y se escribe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llegar al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 cada sesión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trae el avance escrito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Aquí se corrige lo que ya existe; no se empieza de cero en clase.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Quien llega sin nada escrito pierde la segunda hora: no hay avance que revisar.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trabaja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equipos de máximo 3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los mismos durante todo 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integrante sube la entrega grupal, pero la nota es del equipo, no de quien subió el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¿Prefieren trabajar solos? Se puede, y la carga es la misma. Decídanlo esta semana, no en octubre.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oro: la clase avanza sobre el documento del equipo. Si el documento no crece, el curso no avanza.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91153"/>
                <a:gridCol w="7241291"/>
                <a:gridCol w="25790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Objetivos, justificación, alcances y limitaciones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de la ACA 1 · antecedentes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marco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legal · citación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metodológico: paradigma, enfoque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91153"/>
                <a:gridCol w="7241291"/>
                <a:gridCol w="25790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Población y muestra, técnicas e instrumentos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Planeación, viabilidad e integración del anteproyecto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y evaluación · coevaluación y 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unidad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pasa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hoy hacemos encuadre y la retomamos al abrir la Sesión 02. Fechas exactas de cada encuentro: calendario del curso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producto del curso: qué archivo entregan al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terminar el curso ustedes suben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documento: el anteproyecto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son tres trabajos sueltos: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mismo archivo que crece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entrega tras entrega.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ACA 3 es ese archivo completo e integrado, no un fragmento nuevo escrito la última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misma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en `Clases/Recursos/Plantilla_APA_CUN_Proyecto de grado.docx`; ábranla en Google Docs y trabajen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les sirve después?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punto de partida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donde el proyecto se ejecuta.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es la base de lo que sustentarán al cerrar el programa: no es un trabajo que se archiva y se olvida.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Frontera del curso, sin excepciones: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 los instrumentos se proponen; nunca se aplican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Piénsenlo así: todo el semestre queda en un archivo. Cuídenlo, guarden versiones y compártanlo con todo el equipo desde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tres ACAs: qué se entrega y qué separa un buen trabajo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18589"/>
                <a:gridCol w="4115754"/>
                <a:gridCol w="497719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distingue un buen entregable de uno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Formulación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problema, pregunta, objetivo general y específicos, justificación, alcances y limitaciones, con referencias en APA 7.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puede señalar a quién le duele algo y dónde ocurre.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describe una tecnología de moda y nunca dice a quién le sirve ni en qué contexto.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Fundamentación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(mínimo 6, nacionales e internacionales), marco teórico, conceptual, contextual y legal si aplica; correcciones de la ACA 1 incorporadas.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cada fuente responde a la pregunta y se nota qué se corrigió.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una fila de resúmenes pegados que no se hablan entre sí ni con el problema.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Anteproyecto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completo e integrado: metodología, población,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cronograma, presupuesto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lee de portada a referencias sin contradecirse.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capítulos escritos por personas distintas, con tres preguntas de investigación diferentes.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pesos están en la slide anterior.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Enunciado completo, criterios y fechas exactas: `Clases/Recursos/ACAs/` y CDigital.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Al cierre se suman coevaluación y autoevaluación, cada una con su propio enunciado en esa misma carpeta.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en 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documento por equipo, con permiso de edición para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entregar,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descarguen como 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así nadie recibe un documento a medio formatear.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Nombren el archivo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ACA1_Apellido1-Apellido2-Apellido3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(y ACA2 / ACA3 en las siguientes entregas).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integrante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sube en el espacio de esa ACA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los demás verifican que quedó cargado.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Revisen que la portada traiga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nombres completos de todos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falta alguien, esa persona no tiene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Correo, chat o WhatsApp no son canal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 tardía: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cierra a la hora publicada en el enunciado. Si algo pasa, se avisa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Quedarse sin internet a las 11:50 p. m. no es un imprevisto: es haber esperado hasta las 11:50 p. 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Consejo del Docente: suban una versión el día anterior. Mientras el espacio esté abierto siempre se puede reemplazar por una mejor.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Plagio es tomar lo ajeno y no decirlo.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Cuenta como plagio pegar texto de una fuente sin comillas ni cita, traducir un párrafo ajeno y firmarlo, reusar un trabajo propio de otro semestre como si fuera nuevo, y entregar el documento de otro equipo con la portada cambiada.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no debilita el trabajo: lo sostiene.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este curso se cita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dentro del texto y en la lista final de referencias. Una idea que no es suya y no está citada es un problema; esa misma idea citada es un argumento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Si se detecta, hay debido proceso.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depende del ánimo del Docente: es un procedimiento institucional, con notificación y derecho a descargos. Por eso siempre conviene preguntar antes que improvisar.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puede usar, con tres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prohíbe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IA generativa. Se exige usarla con criterio y decirlo por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1 — Declararla.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nota al final del documento: qué herramienta usaron y para qué (ideas, redacción, tablas).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2 — Verificar todo.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dato y cada fuente que sugiera la herramienta se comprueba en el original.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modelos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inventan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apariencia impecable: autor creíble, año creíble, enlace que no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Citar una referencia inexistente no es un error de formato: es una fuente falsa dentro de un trabajo académico.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3 — La autoría es suya.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decisión, el criterio y la defensa del documento son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pueden explicar en voz alta un párrafo de su propio anteproyecto, ese párrafo todavía no es suyo.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Uso sensato: ordenar ideas, mejorar redacción, sugerir ejemplos. Uso inútil: pedirle el trabajo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 antes de entregar: abran el documento en cualquier página y explíquenla con sus palabras. Si no pueden, reescríbanla.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793566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 en este 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Aula oficial: material, espacios de entrega de las ACAs y retroalimentación. Único canal de entrega válido.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Donde se escribe el anteproyecto, en equipo y a la vez, sobre la plantilla APA CUN. Guarda historial de versiones.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general: artículos, tesis y libros. Punto de partida para rastrear antecedentes.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Repositorios abiertos en español: producción latinoamericana, clave para los antecedentes nacionales y regionales.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 la referencia en APA 7 pegando un enlace o un DOI. Sin instalar nada y sin crear cuenta.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Pizarra para dibujar el proceso, el contexto o la idea cuando el texto solo no alcanza para explicarla.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Padlet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tablero colaborativo donde nos presentamos hoy y donde el Docente deja consignas breves.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Meet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encuentro sincrónico semanal: mismo enlace toda la serie. La sesión se graba.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Nada de esto cuesta ni exige instalación.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Súmenle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 su usuario institucional. Si una herramienta les pide pagar para continuar, no es la que estamos usando: pregunten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ayuda: canales, tutorías y tiempos de respuesta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segunda hora es tutoría en vivo. Es el canal más rápido y ya está dentro de su horario.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Tutorías por equipo: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acuerdan en la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Docente. No hay atención espontánea sin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pedirla, digan qué necesitan y qué tienen escrito; se agenda y se atiende con el documento abierto.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estudiante que asiste a tutoría registra su asistencia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formulario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https://forms.gle/oZ8xCYiUo3KEWr1d9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también queda publicado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registro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acompañamiento ante el programa: sin registro, la tutoría no consta.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y mensajería de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curso. Respuesta en días hábiles.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preguntar: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revisen el enunciado de la ACA y la plantilla. La mitad de las dudas ya está resuelta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Pregunta bien hecha = sección concreta + qué intentaron + qué no les cuadra. «No entendí nada» no se puede responder.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 y cámara.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Empezamos a la hora en punto. Cámara encendida al menos en la presentación y en la tutoría de su equipo: revisar un avance a ciegas no funciona. Micrófono en silencio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Participar es parte del método.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Cuando el Docente pregunta, el silencio también es una respuesta: alarga la clase. Interrumpan para preguntar; es preferible una duda a destiempo que un capítulo entero mal escrito.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chat.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critica el documento, nunca a la persona. La retroalimentación entre equipos se escribe con la misma cortesía con la que quisieran recibirla. El encuentro se graba.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Lectura autónoma de esta semana: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unidad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Está en el documento del curso publicado en CDigital. Hoy no la dictamos: la leen ustedes y la retomamos al abrir la Sesión 02.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Mientras leen, anoten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tres términos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no les queden claros. Con esos tres arrancamos la próxima clase.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Confirmen su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(máximo 3 personas) y avísenlo. Si aún no tienen con quién, díganlo esta semana y el Docente ayuda a armarlo.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Abran el enunciado de la ACA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`Clases/Recursos/ACAs/` y léanlo completo, incluida la lista de criterios.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Creen el documento del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 con la plantilla APA CUN y compártanlo con todos los integrantes.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Traigan a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idea de tema escrita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una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contexto donde ocurre (empresa, aula, proceso).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Con eso trabajamos en clase. Quien llegue sin la frase se pasará la sesión viendo trabajar a los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esto se califica hoy, pero todo se nota en la Sesión 02: la clase avanza sobre lo que ustedes traigan escrito.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preguntas que siempre salen 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«¿Esta materia se pierde fácil?»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se pierde por dificultad: se pierde por entregar tarde o por entregar un documento que nadie leyó antes de subirlo. Quien trae avance cada semana llega al final con el anteproyecto prácticamente listo.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«¿Puedo trabajar solo?»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pero el equipo es de máximo 3 y la carga de trabajo es la misma para uno que para tres. Decídanlo esta semana: después de la ACA 1 no conviene cambiar de equipo ni de tema.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«¿Sirve un trabajo de otro semestre?»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Como punto de partida sí, si usted lo declara y lo reformula para este curso. Entregarlo tal cual como si fuera nuevo también es plagio y entra en el mismo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ESP329 U1 (Fundamentos y enfoque de investigación)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