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PROYECTO I]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(25%)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(25%)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sube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documento únicamente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1 y 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los cuestionarios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resuelven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el aula y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coevaluación es un foro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Enunciados y ventanas: `Clases/Recursos/ACAs/`.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del corte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(foro) y autoevaluación (cuestionario): instrumentos individuales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corte tras corte.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aula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2934194"/>
                <a:gridCol w="3667742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Bueno vs.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 individual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problema: planteamiento, pregunta, objetivos, justificación, alcances y limitaciones. Guía: `Quiz (25%)`.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tecnología de moda sin decir a quién le sirve.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tarea del equipo — se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sube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documento.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referencial: antecedentes (mín. 6), marco teórico, conceptual, contextual y legal, con las correcciones del corte 1. Guía: `ACA 1 (25%)`.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resúmenes pegados que no se hablan entre sí.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 del equipo)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(foro), individuales.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 Guía: `ACA FINAL (42%)`.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con tres preguntas de investigación distintas.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y el tipo de cada ítem están en la slide «CÓMO SE EVALÚA» de esta sesión. Autoevaluación y coevaluación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entregables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se diligencian y se participa en el aula al cierre (instructivo en `Clases/Recursos/ACAs/`, junto con los enunciados y las fechas).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Nombren el archivo con el ítem del aula: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corte 2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ACAFinal_Apellido1-Apellido2-Apellido3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cierre.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sube en el espacio de ese ítem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Quiz del corte 1 no se sube: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un cuestionario individual que se resuelve en el aula dentro de su ventana.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espacios de entrega de ACA 1 y ACA FINAL, foro de coevaluación y retroalimentación. Único canal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del corte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la guía del primer corte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— `Quiz (25%)` — y léanla completa, criterios incluidos: eso es lo que comprueba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del primer corte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