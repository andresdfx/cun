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Fundamentación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Anteproyecto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ESP329 U1 (Fundamentos y enfoque de investigación)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