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ACAs son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3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coevaluación (4%)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autoevaluación (4%)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ACAs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son instrumentos individuales que cada quien diligencia en CDigital al cierre. Enunciados e instructivos: `Clases/Recursos/ACAs/`.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91153"/>
                <a:gridCol w="7241291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 la ACA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91153"/>
                <a:gridCol w="7241291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y autoevaluación (instrumentos individuales, no son ACAs)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tres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 tras entrega.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ACA 3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tres ACAs: qué se entrega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4115754"/>
                <a:gridCol w="497719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distingue un buen entregable de uno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Formulación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problema, pregunta, objetivo general y específicos, justificación, alcances y limitaciones, con referencias en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describe una tecnología de moda y nunca dice a quién le sirve ni en qué contexto.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Fundamentación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(mínimo 6, nacionales e internacionales), marco teórico, conceptual, contextual y legal si aplica; correcciones de la ACA 1 incorporadas.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fila de resúmenes pegados que no se hablan entre sí ni con el problema.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Anteproyecto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escritos por personas distintas, con tres preguntas de investigación diferentes.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están en la slide anterior.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Enunciado completo, criterios y fechas exactas: `Clases/Recursos/ACAs/` y CDigital.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Las ACAs son estas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la coevaluación (4%) y la autoevaluación (4%) del cierre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ACAs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son instrumentos individuales que cada quien diligencia en CDigital (instructivo en esa misma carpeta).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Nombren el archivo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(y ACA2 / ACA3 en las siguientes entregas).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sube en el espacio de esa ACA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espacios de entrega de las ACAs y retroalimentación. Único canal de entrega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 la ACA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el enunciado de la ACA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y léanlo completo, incluida la lista de criterios.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 la ACA 1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