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01 — PRESENTACIÓN DEL CURSO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Proyecto I — Especialización en Inteligencia Artificial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Sesión de encuadre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Hoy: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curso · el Docente · ustedes · cómo se evalúa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PROYECTO 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Sesión de encuadre — hoy no vemos tema; el contenido arranca en la Sesión 02.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curso: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qué se trata, cómo trabajamos y qué se llevan al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quién los acompaña y cómo contactarlo.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Ustedes: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nos presentamos en el tablero colaborativo.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Cómo se evalúa: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ítems tiene el aula, cuánto pesa cada uno y qué se hace con él.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Acuerdos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trabajo y el primer encargo autónomo.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Preséntate: quién eres y qué esperas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Escanea o abre: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https://padlet.com/andres_dfx/cun-wruz81hmf9k06gd7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En un post-it escribe: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expectativa del curso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tema de interés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(1 frase).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Tablero oficial: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Padlet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(mismo enlace en los 5 cursos).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Ahora (~7 min). Leemos juntos 3–4 notas (sin juzgar).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presentacion_estud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655" y="210312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32927" y="5230367"/>
            <a:ext cx="3328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Calibri"/>
              </a:rPr>
              <a:t>Escanea o abre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2927" y="5468112"/>
            <a:ext cx="3328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https://padlet.com/andres_dfx/cun-wruz81hmf9k06gd7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EVALÚA — LOS ÍTEMS DEL AULA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Evaluación y notas: solo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los pesos suman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100%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fechas: enunciados y Presentación del Curso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33871"/>
                <a:gridCol w="1192016"/>
                <a:gridCol w="1192016"/>
                <a:gridCol w="825242"/>
                <a:gridCol w="58683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Ítem en CDigital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 (peso)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haces con él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(25%)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Tarea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(25%)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Subes el documento (plantilla APA CUN) al espacio de la tarea.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Tarea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(50%)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Subes el documento (plantilla APA CUN) al espacio de la tarea.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(50%)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diligencias tú mismo en el aula (cuestionario individual).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Foro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(50%)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Participas en el foro valorando el trabajo de tus pares.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1663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sube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documento únicamente 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ACA 1 y ACA FINAL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; los cuestionarios se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resuelven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en el aula y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coevaluación es un foro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Enunciados y ventanas: `Clases/Recursos/ACAs/`.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trabajamos: el encuentro tiene dos mitades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Nos vemos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vez por semana, dos horas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 son dos horas de exposición.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Primera hora — contenido: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Docente explica el punto de la semana y modela un ejemplo en pantalla.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Segunda hora — tutoría en vivo: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cada equipo trabaja su avance y el Docente pasa por los equipos.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curso funciona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revés de lo que se acostumbra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se lee y se escribe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llegar al encuentro.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 cada sesión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trae el avance escrito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Aquí se corrige lo que ya existe; no se empieza de cero en clase.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Quien llega sin nada escrito pierde la segunda hora: no hay avance que revisar.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trabaja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equipos de máximo 3 personas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los mismos durante todo el curso.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solo integrante sube la entrega grupal, pero la nota es del equipo, no de quien subió el archivo.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¿Prefieren trabajar solos? Se puede, y la carga es la misma. Decídanlo esta semana, no en octubre.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de oro: la clase avanza sobre el documento del equipo. Si el documento no crece, el curso no avanza.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curso: qué pasa en cada uno de los 11 encuentros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991957"/>
                <a:gridCol w="6844508"/>
                <a:gridCol w="307506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qué se ocupa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Presentación del curso, del Docente, de ustedes y de cómo se evalúa (hoy)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Encuadre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Problema y pregunta de investigación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Corte 1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Objetivos, justificación, alcances y limitaciones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Corte 1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Retroalimentación del corte 1 · antecedentes de investigación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Corte 2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teórico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Corte 2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conceptual y marco contextual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Corte 2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07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legal · citación en APA 7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Corte 2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08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Diseño metodológico: paradigma, enfoque y alcance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Puente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curso: qué pasa en cada uno de los 11 encuentros (cont.)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991957"/>
                <a:gridCol w="6844508"/>
                <a:gridCol w="307506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qué se ocupa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09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Población y muestra, técnicas e instrumentos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propuestos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Corte 3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Planeación, viabilidad e integración del anteproyecto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Corte 3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Integración y evaluación · coevaluación (foro) y autoevaluación (cuestionario): instrumentos individuales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Cierre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unidad de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fundamentos y enfoque de investigación (U1 del programa)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pasa 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lectura autónoma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hoy hacemos encuadre y la retomamos al abrir la Sesión 02. Fechas exactas de cada encuentro: calendario del curso en CDigital.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producto del curso: qué archivo entregan al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Al terminar el curso ustedes suben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solo documento: el anteproyecto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investigación.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son trabajos sueltos: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mismo archivo que crece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corte tras corte.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aula es ese archivo completo e integrado, no un fragmento nuevo escrito la última semana.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Va en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de proyecto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la misma desde el primer día.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Está en `Clases/Recursos/Plantilla_APA_CUN_Proyecto de grado.docx`; ábranla en Google Docs y trabajen ahí.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¿Para qué les sirve después?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el punto de partida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Proyecto II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donde el proyecto se ejecuta.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es la base de lo que sustentarán al cerrar el programa: no es un trabajo que se archiva y se olvida.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Frontera del curso, sin excepciones: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Proyecto I los instrumentos se proponen; nunca se aplican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Piénsenlo así: todo el semestre queda en un archivo. Cuídenlo, guarden versiones y compártanlo con todo el equipo desde hoy.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Corte por corte: qué hay en el aula y qué separa un buen trabajo de uno flojo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825242"/>
                <a:gridCol w="2934194"/>
                <a:gridCol w="3667742"/>
                <a:gridCol w="348435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hay en el aula (CDigital)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se prepara para 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Bueno vs. flojo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cuestionario individual que se resuelve en el aula,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Formulación del problema: planteamiento, pregunta, objetivos, justificación, alcances y limitaciones. Guía: `Quiz (25%)`.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Bueno: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se puede señalar a quién le duele algo y dónde ocurre.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Flojo: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una tecnología de moda sin decir a quién le sirve.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tarea del equipo — se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sube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el documento.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Fundamentación referencial: antecedentes (mín. 6), marco teórico, conceptual, contextual y legal, con las correcciones del corte 1. Guía: `ACA 1 (25%)`.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Bueno: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cada fuente responde a la pregunta y se nota qué se corrigió.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Flojo: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resúmenes pegados que no se hablan entre sí.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(tarea del equipo) +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(cuestionario)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(foro), individuales.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Anteproyecto completo e integrado: metodología, población, instrumentos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propuestos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cronograma, presupuesto y viabilidad. Guía: `ACA FINAL (42%)`.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Bueno: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se lee de portada a referencias sin contradecirse.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Flojo: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capítulos con tres preguntas de investigación distintas.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Los pesos y el tipo de cada ítem están en la slide «CÓMO SE EVALÚA» de esta sesión. Autoevaluación y coevaluación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 son entregables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se diligencian y se participa en el aula al cierre (instructivo en `Clases/Recursos/ACAs/`, junto con los enunciados y las fechas).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entrega: paso a paso en CDigital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Trabajen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plantilla APA CUN en Google Docs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un documento por equipo, con permiso de edición para todos.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Antes de entregar,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descarguen como PDF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así nadie recibe un documento a medio formatear.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Nombren el archivo con el ítem del aula: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ACA1_Apellido1-Apellido2-Apellido3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el corte 2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ACAFinal_Apellido1-Apellido2-Apellido3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el cierre.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solo integrante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lo sube en el espacio de ese ítem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los demás verifican que quedó cargado.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El Quiz del corte 1 no se sube: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es un cuestionario individual que se resuelve en el aula dentro de su ventana.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Revisen que la portada traiga 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nombres completos de todos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si falta alguien, esa persona no tiene nota.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Lo que no está en CDigital, no está entregado.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Correo, chat o WhatsApp no son canal de entrega.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Entrega tardía: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espacio cierra a la hora publicada en el enunciado. Si algo pasa, se avisa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cierre.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Quedarse sin internet a las 11:50 p. m. no es un imprevisto: es haber esperado hasta las 11:50 p. 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Consejo del Docente: suban una versión el día anterior. Mientras el espacio esté abierto siempre se puede reemplazar por una mejor.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Integridad académica: la línea que no se cruza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481328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261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Plagio es tomar lo ajeno y no decirlo.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Cuenta como plagio pegar texto de una fuente sin comillas ni cita, traducir un párrafo ajeno y firmarlo, reusar un trabajo propio de otro semestre como si fuera nuevo, y entregar el documento de otro equipo con la portada cambiada.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447288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557016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Citar no debilita el trabajo: lo sostiene.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este curso se cita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dentro del texto y en la lista final de referencias. Una idea que no es suya y no está citada es un problema; esa misma idea citada es un argumento con respaldo.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901184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010912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Si se detecta, hay debido proceso.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 depende del ánimo del Docente: es un procedimiento institucional, con notificación y derecho a descargos. Por eso siempre conviene preguntar antes que improvisar.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IA generativa: se puede usar, con tres condiciones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este curso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se prohíbe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usar IA generativa. Se exige usarla con criterio y decirlo por escrito.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Condición 1 — Declararla.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nota al final del documento: qué herramienta usaron y para qué (ideas, redacción, tablas).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Condición 2 — Verificar todo.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Cada dato y cada fuente que sugiera la herramienta se comprueba en el original.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Los modelos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inventan referencias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apariencia impecable: autor creíble, año creíble, enlace que no existe.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Citar una referencia inexistente no es un error de formato: es una fuente falsa dentro de un trabajo académico.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Condición 3 — La autoría es suya.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decisión, el criterio y la defensa del documento son del equipo.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pueden explicar en voz alta un párrafo de su propio anteproyecto, ese párrafo todavía no es suyo.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Uso sensato: ordenar ideas, mejorar redacción, sugerir ejemplos. Uso inútil: pedirle el trabajo entero.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Prueba rápida antes de entregar: abran el documento en cualquier página y explíquenla con sus palabras. Si no pueden, reescríbanla.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Herramientas del curso: todas gratis y desde el navegador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75873"/>
                <a:gridCol w="793566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Herramienta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 qué la usamos en este curso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CDigital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Aula oficial: material,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espacios de entrega de ACA 1 y ACA FINAL, foro de coevaluación y retroalimentación. Único canal válido.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Docs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Donde se escribe el anteproyecto, en equipo y a la vez, sobre la plantilla APA CUN. Guarda historial de versiones.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Scholar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Buscador académico general: artículos, tesis y libros. Punto de partida para rastrear antecedentes.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SciELO y Redalyc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Repositorios abiertos en español: producción latinoamericana, clave para los antecedentes nacionales y regionales.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ZoteroBib (zbib.org)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Genera la referencia en APA 7 pegando un enlace o un DOI. Sin instalar nada y sin crear cuenta.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Excalidraw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Pizarra para dibujar el proceso, el contexto o la idea cuando el texto solo no alcanza para explicarla.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Meet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encuentro sincrónico semanal: mismo enlace toda la serie. La sesión se graba.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1">
                <a:solidFill>
                  <a:srgbClr val="2B2B2B"/>
                </a:solidFill>
                <a:latin typeface="Calibri"/>
              </a:rPr>
              <a:t>Nada de esto cuesta ni exige instalación.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Súmenle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biblioteca virtual de la CUN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con su usuario institucional. Si una herramienta les pide pagar para continuar, no es la que estamos usando: pregunten antes.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pedir ayuda: canales, tutorías y tiempos de respuesta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clase: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segunda hora es tutoría en vivo. Es el canal más rápido y ya está dentro de su horario.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Tutorías por equipo: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acuerdan en la semana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el Docente. No hay atención espontánea sin cita.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Al pedirla, digan qué necesitan y qué tienen escrito; se agenda y se atiende con el documento abierto.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Cada estudiante que asiste a tutoría registra su asistencia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formulario del curso: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https://forms.gle/oZ8xCYiUo3KEWr1d9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también queda publicado en CDigital.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Ese registro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 evidencia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acompañamiento ante el programa: sin registro, la tutoría no consta.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Foro y mensajería de CDigital: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dudas que le sirven a todo el curso. Respuesta en días hábiles.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 preguntar: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revisen el enunciado del corte y la plantilla. La mitad de las dudas ya está resuelta ahí.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Pregunta bien hecha = sección concreta + qué intentaron + qué no les cuadra. «No entendí nada» no se puede responder.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Las tutorías por grupo se acuerdan en la semana con el Docente (no hay atención espontánea sin cita).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convivencia del encuentro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Puntualidad y cámara.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Empezamos a la hora en punto. Cámara encendida al menos en la presentación y en la tutoría de su equipo: revisar un avance a ciegas no funciona. Micrófono en silencio mientras alguien expone.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Participar es parte del método.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Cuando el Docente pregunta, el silencio también es una respuesta: alarga la clase. Interrumpan para preguntar; es preferible una duda a destiempo que un capítulo entero mal escrito.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Respeto en el foro y en el chat.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critica el documento, nunca a la persona. La retroalimentación entre equipos se escribe con la misma cortesía con la que quisieran recibirla. El encuentro se graba.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Antes de la Sesión 02: lectura autónoma y qué traer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Lectura autónoma de esta semana: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unidad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fundamentos y enfoque de investigación (U1 del programa)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Hoy no la dictamos: la leen ustedes y la retomamos al abrir la Sesión 02.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Dónde está: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ya viene en tu carpeta del curso, en `Sesion 01 - …/` (los PDF `Lectura 1 (obligatoria)…`, `Lectura 2 (guia)…` y `Lectura 3 (recomendada)…`, más el archivo `Lectura autonoma - Sesion 01.txt` con la cita, el enlace y qué traer). También queda publicada en CDigital.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Mientras leen, anoten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tres términos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que no les queden claros. Con esos tres arrancamos la próxima clase.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Confirmen su equipo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(máximo 3 personas) y avísenlo. Si aún no tienen con quién, díganlo esta semana y el Docente ayuda a armarlo.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Abran la guía del primer corte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`Clases/Recursos/ACAs/` — `Quiz (25%)` — y léanla completa, criterios incluidos: eso es lo que comprueba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Quiz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Creen el documento del equipo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Google Docs con la plantilla APA CUN y compártanlo con todos los integrantes.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Traigan a la Sesión 02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una idea de tema escrita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una frase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el contexto donde ocurre (empresa, aula, proceso).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Con eso trabajamos en clase. Quien llegue sin la frase se pasará la sesión viendo trabajar a los demás.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Nada de esto se califica hoy, pero todo se nota en la Sesión 02: la clase avanza sobre lo que ustedes traigan escrito.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preguntas que siempre salen el primer día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«¿Esta materia se pierde fácil?»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 se pierde por dificultad: se pierde por entregar tarde o por entregar un documento que nadie leyó antes de subirlo. Quien trae avance cada semana llega al final con el anteproyecto prácticamente listo.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«¿Puedo trabajar solo?»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Sí, pero el equipo es de máximo 3 y la carga de trabajo es la misma para uno que para tres. Decídanlo esta semana: después del primer corte no conviene cambiar de equipo ni de tema.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«¿Sirve un trabajo de otro semestre?»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Como punto de partida sí, si usted lo declara y lo reformula para este curso. Entregarlo tal cual como si fuera nuevo también es plagio y entra en el mismo debido proceso.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TRABAJO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Entrega oficial: CDigital.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Lo que no esté ahí, no está entregado.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Las tutorías por grupo se acuerdan en la semana con el Docente (no hay atención espontánea sin cita).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77056"/>
            <a:ext cx="10911535" cy="713232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86784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Traer el avance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escrito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 cada encuentro: se trabaja sobre lo que ya existe.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18888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928616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Integridad académica: citar siempre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plagio tiene debido proceso.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ESP329 U1 (Fundamentos y enfoque de investigación) — la retomamos al abrir la Sesión 02.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Revisar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Presentación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completa (fechas, evaluación, contenido de todas las sesiones).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Abrir los enunciados de `Clases/Recursos/ACAs/`: son la guía escrita de lo que evalúa cada corte.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Ya sabemos qué haremos, cómo se evalúa y quién es quién.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B2B2B"/>
                </a:solidFill>
                <a:latin typeface="Calibri"/>
              </a:rPr>
              <a:t>Sesión 02: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arranca el contenido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PROYECTO 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