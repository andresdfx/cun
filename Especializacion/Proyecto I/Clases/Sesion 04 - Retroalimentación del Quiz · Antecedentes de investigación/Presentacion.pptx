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04 — Retroalimentación del Quiz · Antecedentes de investigación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04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Retroalimentación del Quiz · Antecedentes de investigación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Por qué nadie investiga desde cero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 de proponer algo hay que saber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ya se intentó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con qué resultado.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Sin esa revisión, un anteproyecto corre el riesgo de reinventar lo que ya está resuelto.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un equipo propone un asistente de IA para clasificar tickets de soporte.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buscar en Scholar aparecen cinco estudios recientes sobre eso… y dos dicen exactamente dónde falla.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hallazgo no arruina el proyecto: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salva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porque le da un ángulo propio y defendible.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antecedentes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ese mapa de lo ya investigado. Hoy empezamos a construirlo.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Antes, veinte minutos sobre la retroalimentación de la primera entrega: los comentarios son instrucciones, no una nota disfrazada.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Meta orientativa del programa: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mínimo 6 antecedentes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mezclando estudios nacionales e internacionales.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Con qué criterios se leyó su primer avance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1 — Coherencia: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¿pregunta, objetivos y justificación cuentan la misma historia?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desfase más común: el específico 2 responde algo que la pregunta nunca preguntó.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2 — Delimitación: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¿aparecen actor, fenómeno y contexto, con frontera clara?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el actor sigue siendo “los usuarios” o “la comunidad”, la observación va a pedir un recorte.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3 — APA 7 básica: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citación en el texto, referencias completas y formato de la plantilla.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No se corrigieron comas ni se reescribieron párrafos: cada comentario es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instrucción accionable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“Delimite el actor”, “el específico 2 no responde la pregunta”, “esta afirmación necesita fuente”.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Léanlos como un mapa de ruta. El documento es acumulativo: lo que no se corrija ahora, se arrastra.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Son dos o tres observaciones por equipo, no veinte. Las que están, son las que de verdad cambian el documento.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traduce cada comentario de la retroalimentación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975873"/>
                <a:gridCol w="3372656"/>
                <a:gridCol w="4563005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 el comentario dice…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Significa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Lo que hay que hacer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“Delimite el actor”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texto habla de un grupo demasiado amplio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Nombrar el grupo concreto: qué curso, qué área, qué turno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“Este objetivo no responde la pregunta”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un escalón que sobra o que apunta a otro lado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Reescribir el específico o ajustar la pregunta, no ambos a la vez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“Justificación sin argumento”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apoya en gusto personal o en frases genéricas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Reemplazar por vacío + beneficiario + línea del programa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“Esto exige trabajo de campo”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objetivo o el alcance prometen aplicar instrumentos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Bajarlo a diseño y proponer la ruta de validación para Proyecto II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“Falta fuente”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Hay una afirmación prestada sin autor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Citar en APA 7 o borrar la afirmación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“Alcance y limitación mezclados”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Están en el mismo párrafo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Partirlos en dos listas, cada una con su título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Marquen en el documento cada corrección aplicada: en la tutoría se revisan justamente esas.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Qué es un antecedente de investigación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antecedente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estudio previo comparable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que ustedes proponen.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Tiene, sin excepción: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autor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año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objetivo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,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método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hallazgos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Comparable significa que comparte con su trabajo al menos una de estas tres cosas: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fenómeno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(retroalimentación, registro operativo, clasificación de texto);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contexto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(aula, planta, servicio de salud, entidad pública);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o el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enfoque metodológico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ustedes piensan proponer.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Lo que un antecedente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es: una noticia, un blog, una definición de enciclopedia o el folleto de un proveedor de 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Y falta lo más importante: cada antecedente cierra diciendo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“esto le aporta a mi pregunta porque…”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Sin esa última frase, un antecedente es decoración: ocupa página y no sostiene nada.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¿Es antecedente o no lo es?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4156775"/>
                <a:gridCol w="2078387"/>
                <a:gridCol w="467637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Fuente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¿Antecedente?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Artículo de revista arbitrada con método y resultados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investigación verificable y citable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Tesis o trabajo de grado de posgrado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Tiene estructura investigativa completa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Ponencia en memorias de congreso académico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Sí, con cuidado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Verifique que reporte método y hallazgos, no solo la idea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Informe técnico de entidad pública o gremio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 veces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Sirve si documenta metodología; si no, es dato de contexto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Noticia de prensa sobre IA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Reporta un hecho; no investiga un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Entrada de blog o publicación en redes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Sin método, sin revisión, sin trazabilidad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Página comercial de un proveedor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 publicidad: sus “resultados” no son verificables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Wikipedia o un diccionario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Sirve para orientarse, nunca para citar como antecedente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Duda razonable: si no puede decir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qué método usaron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no es antecedente.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Antecedente vs. marco teórico (la confusión número uno)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172057"/>
                <a:gridCol w="4172057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Antecedentes (hoy)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Marco teórico (próxima sesión)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reúne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Estudios previos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Teorías, modelos y constructos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Pregunta que responde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¿Qué se ha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investigado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sobre esto?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¿Con qué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lentes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se explica esto?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Unidad mínima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estudio con autor, año, método y hallazgo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concepto con su definición y su autor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 se organiza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fenómeno, por contexto o por cronología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Por concepto, de lo general a lo específico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aporta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Muestra el vacío que su pregunta viene a ocupar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Da el vocabulario con el que va a mirar el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 mismo autor puede aparecer en ambos, con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función distinta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como estudio comparable aquí, como definidor de un constructo allá. Hoy: solo estudios.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Dónde buscar: bases abiertas, gratis y desde el navegador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(scholar.google.com) — el buscador más amplio; incluye artículos, tesis y ponencias.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Truco: el enlace “Citado por” muestra quién retomó ese estudio después; ahí suele estar lo más reciente.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SciELO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(scielo.org) — producción académica de América Latina, en español y portugués, de acceso abierto.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 su mejor ruta para conseguir la parte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nacional y regional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pide 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Redalyc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(redalyc.org) — red de revistas de Iberoamérica; muy fuerte en educación y ciencias sociales.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Biblioteca virtual de la CUN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 acceso institucional a bases suscritas, con las credenciales de estudiante.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Ninguna exige instalar software ni pagar: todo el trabajo de hoy se hace en el navegador.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un artículo aparece bloqueado por pago, busque su título exacto en Scholar: con frecuencia hay una versión abierta del mismo texto.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buscar de verdad: la receta de términos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su pregunta y subraye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sustantivos clave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esos son sus términos de búsqueda.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Traduzca esos términos al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inglés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la mayor parte de la producción sobre IA está en inglés.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“retroalimentación automatizada” pasa a “automated feedback”; “paradas de máquina” pasa a “machine downtime”.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Use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comillas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frases exactas: “automated feedback” evita resultados sueltos.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Combine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AND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“automated feedback” AND (engineering OR laboratory).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Filtre por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año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(últimos cinco a siete), salvo que busque el estudio fundacional del tema.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no aparece nada, el problema casi nunca es el tema: son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sinónimos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Pruebe tres variantes antes de rendirse.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Una búsqueda que no da resultados en español muchas veces sí los da en inglés, y al revés. Hagan siempre las dos.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La ficha de antecedente: cinco casillas, ni una más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18768"/>
                <a:gridCol w="6328690"/>
                <a:gridCol w="196407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Casilla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se escribe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1. Autor y año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Apellidos y año, más el DOI o el enlace estable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línea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2. Objetivo del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se propusieron los autores, redactado por usted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o dos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3. Método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Enfoque, población y técnica que usaron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4. Hallazgo clave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resultado principal, no todos los resultados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líneas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5. Vínculo con mi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“Esto le aporta a mi pregunta porque…”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Dos o tres líneas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casilla 5 es la que distingue una revisión de una lista de enlaces.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Es obligatoria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y se redacta de su puño y letra.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una ficha llena (demostración de aula)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 Autor y año: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Autores L. y M. (2023), revista latinoamericana de educación en ingeniería; DOI pegado al final de la ficha.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 Objetivo del estudio: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describir cómo cambia el desempeño en informes de laboratorio cuando la devolución llega en menos de 72 horas.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 Método: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enfoque cuantitativo descriptivo; dos grupos de un curso de ingeniería; comparación de rúbricas a lo largo de un semestre.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 Hallazgo clave: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rapidez de la devolución se asoció con menos reincidencia en el mismo tipo de error; la extensión del comentario no mostró efecto.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 Vínculo con mi 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“esto le aporta a mi pregunta porque confirma que el problema no es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cantidad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comentarios sino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tiempo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devolución, que es justo la fricción reportada en el curso de Laboratorio de Automatización”.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Cinco casillas, media página, y ya sé qué buscar en el siguiente estudio.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Ojo: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esta ficha es una demostración. Ustedes fichan estudios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reales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hayan leído.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Nunca fichen solo a partir del resumen: si no leyeron la sección de método, no pueden llenar la casilla 3.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los antecedentes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Traer una noticia o un blog.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Si el texto no reporta método ni resultados, no es antecedente. Vuelva a Scholar o SciELO y busque un estudio; una nota de prensa a lo sumo sirve como dato de contexto, citada como tal.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Listar estudios sin decir qué aportan.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Una ficha sin la frase “esto le sirve a mi pregunta porque…” es decoración. Si no logra escribir esa frase, ese estudio no va en su documento.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645152"/>
            <a:ext cx="10911535" cy="1225296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754880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Copiar el resumen del artículo tal cual.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Resuma con sus palabras propósito, método y hallazgo. El copiar y pegar dispara el índice de similitud del documento y compromete la entrega.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Errores frecuentes con los antecedentes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969264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Solo fuentes internacionales, o solo nacionales.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El programa pide equilibrio entre unas y otras. SciELO y Redalyc son la mejor ruta para la parte latinoamericana y colombiana.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de la búsqueda a la cita APA 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Busque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Google Scholar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sus términos en español y en inglés; abra tres candidatos.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Lea, como mínimo,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resumen, método y conclusiones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Si no hay método, descarte y siga.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la URL estable del artículo, no el enlace de la página de resultados.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Abra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zbib.org: gratis, en el navegador, sin cuenta y sin instalar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Pegue el DOI o la URL en la barra de citación; ZoteroBib arma la referencia solo.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Seleccione el estilo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American Psychological Association 7th edition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y copie la referencia.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Péguela en su lista de referencias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revísela a mano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los gestores fallan con mayúsculas y apellidos compuestos.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8.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debajo, en el cuerpo del avance, la ficha de cinco casillas de ese estudio.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Alternativa integrada: en Google Docs, menú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Herramientas → Citas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, con estilo APA. No se requiere ningún programa de escritorio.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Búsqueda y fichaje de antecedentes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Por equipos · el Docente resuelve dudas de términos de búsqueda y de vínculo con la pregunta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final tiene: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al menos dos antecedentes nuevos fichados y sus dos referencias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Localicen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al menos dos antecedentes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nuevos en Google Scholar, SciELO o Redalyc.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2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Al menos uno debe ser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latinoamericano o colombiano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Llenen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ficha de cinco casillas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cada uno, con la casilla 5 redactada por ustedes.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 4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· Generen las dos referencias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APA 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con ZoteroBib y péguenlas al final del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En clase, sin falta: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pasos 1 a 3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Del 4 en adelante puede quedar en trabajo autónomo, pero antes de la próxima sesión.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· cómo se revisa y dónde se entrega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Búsqueda y fichaje de antecedentes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011679"/>
            <a:ext cx="10911535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Quedó bien si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—compruébelo usted antes de cerrar el documento—: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Al leer cada ficha queda claro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qué método usó el estudio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Y queda claro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por qué le sirve a esta pregunta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Van rumbo a seis: dos hoy, el resto en trabajo autónomo.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Plan B: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Si una búsqueda no da nada en tres intentos, cambie una palabra clave. Y si en el taller consiguen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solo un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antecedente bien fichado, eso vale más que cinco enlaces pegados sin leer.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Hoy no se sube nada al aula: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guarde `S04_Antecedentes_Apellidos` (Google Doc o PDF) en su Drive y tráigalo a la próxima sesión. Es un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avance formativo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se revisa en clase.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Esto alimenta: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ACA 1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—tarea, 25%—, el documento que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sí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recibe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CDigital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; cierra en la semana de la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Sesión 07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fuente es un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Puedo nombrar el método que usaron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es noticia, blog o publicidad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Reviso el tipo de fuente una por una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equilibrio nacional e internacional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Cuento cuántas son de la región y cuántas de fuera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fichas tienen las cinco casillas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Ninguna se queda sin método ni sin hallazgo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casilla 5 está redactada por mí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Contiene la frase “le aporta a mi pregunta porque…”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hay párrafos copiados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Todo está parafraseado con mis palabras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referencias están en APA 7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Revisé a mano la salida de ZoteroBib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Apliqué las correcciones recibidas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comentario tiene un cambio visible en el documento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 última casilla es la que más pesa: la siguiente entrega se construye encima de la anterior.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Completar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las seis fichas mínimas, cuidando la mezcla nacional e internacional.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Aplicar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una por una, las correcciones de la retroalimentación sobre el documento acumulativo.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Marquen cada corrección aplicada; en tutoría se revisan justamente esas.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Organizar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los antecedentes por fenómeno o por contexto, no en el orden en que los descargaron.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apartado con un párrafo propio: qué se ha investigado ya y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qué vacío queda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para su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S04_Antecedentes_Apellidos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la próxima sesión traigan subrayados los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conceptos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que su pregunta obliga a definir.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Son la semilla del marco teórico: pasamos de “qué se investigó” a “con qué lentes se explica”.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Las tutorías por equipo se acuerdan con el Docente durante la semana. https://cdigital.cun.edu.co/course/view.php?id=130378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RUTA DE ENTREGABLES DEL CURSO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911535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500" b="0" i="0">
                <a:solidFill>
                  <a:srgbClr val="2B2B2B"/>
                </a:solidFill>
                <a:latin typeface="Calibri"/>
              </a:rPr>
              <a:t>Sin fechas a propósito: aquí va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en qué punto del curso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cierra cada ítem · la ventana exacta la fija CDigital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" y="2011679"/>
          <a:ext cx="10911533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659113"/>
                <a:gridCol w="2659113"/>
                <a:gridCol w="5593307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Cierra en la semana de…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Entregable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debes tener 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02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ya cerró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Quiz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25%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Estudia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problema y pregunta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investigación; resuélvelo dentro de su ventana.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07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25%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en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plantilla APA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problema, pregunta, objetivos, mínimo 6 antecedentes y los marcos.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10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ACA FINAL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Tarea · 42%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Sube el anteproyecto integrado con las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correcciones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de la ACA 1, metodología y viabilidad.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Autoevaluación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Cuestionario · 4%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Diligénciala tú, dentro de su ventana, según tu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participación real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.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Sesión 11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pendiente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Coevaluación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· Foro · 4%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Publica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tu propio aporte y valora hechos del trabajo del equipo, con respeto.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" y="51663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Esta misma tabla va al final de todas las sesiones. 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fecha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 cada ventana está en el enunciado del ítem (`Clases/Recursos/ACAs/`) y en el aula: si el aula y cualquier otro material se contradicen,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manda el aula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04: Retroalimentación del Quiz · Antecedentes de investigación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