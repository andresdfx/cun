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 — Planeación, viabilidad e integración del anteproyecto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Planeación, viabilidad e integración del anteproyecto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cronograma que promete 500 encuestas en una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anteproyecto llega con este cronograma: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semana 1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aplicar 500 encuestas;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semana 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entrevistar a 20 funcionarios;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semana 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entregar resultados.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Nadie pidió permiso a la entidad. Nadie preguntó si existe la base de datos. Nadie contó cuántas horas semanales tiene realmente el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no es un plan: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lista de deseos con fechas encima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Hasta hoy usted construyó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piezas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problema, pregunta, objetivos, marco, método, instrumento propuesto.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las miramos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sistema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hacemos tres cosas: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Planear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 cronograma realista de fases hasta Proyecto II.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Evaluar viabilidad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 pregunta incómoda: ¿esto de verdad se puede hacer?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Integrar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que el documento se lea como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solo 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como cinco archivos pegados.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Frase para llevarse: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anteproyecto viable vale más que uno ambicioso e imposible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la planeación y qué debe contener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planeación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el mapa de tiempo del proyecto: qué se hace, en qué orden, quién responde y qué producto sale.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No se inventa: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 deriva de sus objetivos específicos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Cada objetivo genera actividades; cada actividad ocupa tiempo.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Todo cronograma decente tiene cinco columnas mínimas: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Fase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(agrupa actividades) ·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Actividad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(verbo en infinitivo) ·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Producto verificable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Responsable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Tiempo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La columna que casi todos olvidan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producto verificable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una actividad no deja evidencia, no se puede controlar.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Mal: "revisar literatura". Bien: "matriz de antecedentes con 12 fuentes fichadas".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En Proyecto I el cronograma cubre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tramos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lo que ya se hizo (anteproyecto) y lo que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haría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Proyecto II.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Herramientas gratuitas y en la nube: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Sheets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(una fila por actividad, columnas por semana) 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Canva free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un Gantt presentable.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Regla práctica: si una actividad ocupa más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semanas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seguramente son varias actividades disfrazadas de 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de cronograma por fases hacia Proyecto II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3455319"/>
                <a:gridCol w="3091601"/>
                <a:gridCol w="218230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Producto verificable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Duración estimada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1. Gestión de acceso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Solicitar aval institucional y firma de confidencialidad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Carta de aval radicada y respondida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semanas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2. Validación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Someter el instrumento a juicio de 3 expertos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Formatos de validación diligenciados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semanas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3. Ajuste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Corregir ítems según observaciones y hacer prueba piloto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Instrumento versión 2 + informe de piloto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semanas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4. Recolección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Aplicar el instrumento a la muestra definida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Base de datos anonimizada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4 semanas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5. Análisis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Procesar datos y codificar respuestas abiertas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Tablas de resultados y matriz de categorías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semanas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6. Redacción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 resultados, discusión y conclusiones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Capítulos finales del informe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semanas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7. Sustentación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Preparar y presentar el trabajo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Documento y presentación aprobados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semanas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Observe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fase 1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pedir permiso toma semanas y casi nadie la incluye. Un cronograma que arranca directo en "recolectar" ya es irreal.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 y presupuesto: los rubros que sí se piden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4165"/>
                <a:gridCol w="4000896"/>
                <a:gridCol w="454647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Rubro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incluye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Nota para este proyecto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Talento humano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Horas del equipo investigador y asesorías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valoriza aunque no haya pago: hora × cantidad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Equipos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Computadores, conectividad, capacidad de cómputo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Declare si necesita GPU o servicio en la nube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Herramientas de análisis y almacenamiento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este curso casi todo es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gratuito y en la nube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Transporte y logística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Desplazamientos a la entidad, refrigerios de grupo focal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Cero si el trabajo es remoto: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declárelo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Papelería y reproducción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Impresión de consentimientos y formatos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Bajo, pero existe si hay firmas físicas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Imprevistos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Reserva para lo que no se anticipó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estima entre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5 % y 10 %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del total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presupuesto 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cero pesos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 válido si está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justificado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"todas las herramientas propuestas son gratuitas y de acceso web". Lo que no se acepta es dejar la sección vacía.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Viabilidad: cuatro frentes y una pregunta incómoda en cada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Viabilidad técnica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¿tiene el equipo las competencias y las herramientas?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 incómoda: ¿alguien del equipo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sabe hacer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análisis que prometió, o lo va a aprender sobre la marcha?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Viabilidad operativa o de acceso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¿lo dejarán entrar a esa población o a esos datos?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 incómoda: ¿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ya habló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alguien de la entidad, o está asumiendo que dirán que sí?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Viabilidad temporal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¿alcanza el tiempo real, contando trabajo y familia?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 incómoda: ¿cuántas horas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efectivas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por semana puede dedicar cada integrante?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Viabilidad ética y legal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¿los permisos, avales y consentimientos son alcanzables?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 incómoda: si su población son menores o pacientes, ¿cuánto tarda ese aval y quién lo firma?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alguno de los cuatro frentes falla,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se maquilla: se ajusta el 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Reducir es una decisión metodológica válida y madura.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Viable o deseo: enunciados reales y cómo se arreglan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00896"/>
                <a:gridCol w="2364165"/>
                <a:gridCol w="454647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dice el anteproyecto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arregla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encuestará a 500 ciudadanos en una semana"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Deseo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Reducir a una muestra justificada y ampliar el plazo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analizará la base de datos de la entidad"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Deseo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si no hay aval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Añadir la fase de solicitud de aval y un plan B con datos abiertos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entrevistará a 10 funcionarios en 3 semanas"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Viable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Confirmar disponibilidad de agenda y dejar margen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entrenará un modelo con datos de historias clínicas"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Deseo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sin comité de ética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Prever aval, anonimización o usar un dataset público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usarán herramientas gratuitas en la nube"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Viable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Nombrar cuáles y verificar límites de la versión gratuita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equipo dedicará 20 horas semanales cada uno"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Deseo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en un posgrado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Ajustar a horas reales y redistribuir tareas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Cuando un jurado lee "500 en una semana", no piensa "qué ambiciosos": piensa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"no calcularon"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La credibilidad del anteproyecto se juega aquí.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Integrar no es pegar: cómo se ve un documento remendado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Integrar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significa que las secciones se lean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historia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escrita por una sola voz.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documento remendado se detecta en menos de un minuto. Estas son las señales: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Cambia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 gramatical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un capítulo en "nosotros investigamos", otro en "se investigó".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Cambian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tipografías, tamaños o interlineados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 secciones (rastro de copiar y pegar).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capítulo 1 ya no coinciden con lo que promete el capítulo de método.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versiones de la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la vieja en la introducción, la corregida en el planteamiento.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Hay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referencias nuevas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cuerpo que nunca llegaron a la lista final.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correcciones anteriores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siguen sin incorporarse: el documento va acumulando la misma deuda.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producto acumulativo se construye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sobre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anterior corregido, nunca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lado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hilo completo: sección por sección, con su pregunta de control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6024"/>
                <a:gridCol w="4182755"/>
                <a:gridCol w="41827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de control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alarma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¿Se entiende qué está mal y a quién afecta?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 un tema general, no un problema situado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¿Es una sola pregunta, delimitada y respondible?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Hay dos preguntas distintas en 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¿El general responde la pregunta y los específicos lo desglosan?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Objetivos que ya no coinciden con el 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¿Sustenta los conceptos que el método va a medir?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Teoría que nunca se vuelve a usar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¿El enfoque se deriva del verbo de la pregunta?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Enfoque elegido "porque sí"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Instrumento propuesto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¿Cada bloque cuelga de un objetivo específico?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Ítems sueltos sin objetivo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Cronograma y viabilidad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¿Los tiempos alcanzan para lo que el método promete?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No aparece la gestión de permisos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¿Cero citas y cero referencias huérfanas?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Fuentes nuevas que no llegaron a la lista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Este es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hilo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: pregunta ↔ objetivos ↔ marco ↔ método ↔ instrumento ↔ cronograma. Cualquier eslabón que no conecte es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gap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que hay que registrar.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matriz de coherencia con gaps y responsables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46024"/>
                <a:gridCol w="1273012"/>
                <a:gridCol w="2000448"/>
                <a:gridCol w="3455319"/>
                <a:gridCol w="163673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¿Existe?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¿Alineada con la pregunta?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Gap detectado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Objetivos específicos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 (OE3)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OE3 habla de "implementar", pero el estudio solo propone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teórico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Falta la teoría que sustenta la categoría "carga operativa"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Luis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Instrumento propuesto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ítems 11 a 14 no cuelgan de ningún objetivo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Cronograma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Falta completo; incluir fase de aval institucional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Camila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referencias huérfanas y 2 citas sin referencia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Luis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gap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sin responsable no se cierra nunca. La columna de la derecha es la que convierte el diagnóstico en trabajo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integración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Entregar un fragmento nuevo pegado al final.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entregable de cierre es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documento completo e integrado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el capítulo que faltaba enviado como anexo suelto.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No incorporar las correcciones anteriores.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producto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acumulativo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si las observaciones de los avances previos siguen sin aplicarse, el documento no está integrado, está remendado.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Objetivos que ya no cuadran con el método.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normal que el método evolucione. Lo que no es normal es dejar los objetivos viejos: si el método cambió,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realinee los objetivos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integración final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Viabilidad de acceso sin declarar.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necesita permiso para llegar a esa población o a esos datos en Proyecto II, dígalo por escrito y ubíquelo en el cronograma. Callarlo no lo hace desaparecer.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una sesión de integración de dos horas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Junte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 solo archivo de Google Docs. Si tiene tres documentos, ya tiene un problema de integración.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Léalo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 corrido, en voz alta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sin corregir nada. Solo marque con comentarios lo que "suene raro".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Unifique el formato: una sola fuente, un solo interlineado, títulos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estilos de encabezado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(Título 1, Título 2).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Unifique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voz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elija impersonal ("se propone") o primera persona plural, y aplíquela a todo el documento.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Busque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versiones de la pregunta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Ctrl + F y deje solo la corregida, en todas partes.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Verifique que los verbos del método y del instrumento estén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condicional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Inserte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índice automático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(Insertar → Tabla de contenido): si el índice sale desordenado, sus encabezados están mal aplicados.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Corra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verificación cruzada de referencias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Ctrl + F, apellido por apellido.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Registre en la matriz cada gap encontrado,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responsable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prioridad por impacto.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Priorice por impacto: un objetivo desalineado pesa mucho más que un margen mal puesto. Arregle primero lo que rompe el hilo.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Matriz de coherencia y lista de gaps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documento completo abierto en un solo archivo: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Cree en Google Docs una tabla con cinco columnas: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Sección | ¿Existe? | ¿Alineada con la pregunta? | Gap | Responsable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Use como filas las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ocho secciones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hilo (problema, pregunta, objetivos, marco, método, instrumento, cronograma, referencias).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Marque cada casilla con evidencia: si dice "sí", debe poder señalar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página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está.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Convierta cada casilla en rojo o parcial en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gap con responsable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ordénelos por impacto.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Termine el bosquejo del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cronograma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fases que le falten, empezando por la gestión de permisos.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ningún gap queda sin responsable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las ocho secciones tienen casilla marcada.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circula por los equipos; tenga la matriz en pantalla cuando llegue su turno.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como `S10_IntegracionViabilidad_Apellidos` en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el anteproyecto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archivo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índice automático y encabezados bien aplicados.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documento se lee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voz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gramatical de principio a fin.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Aparece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versión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pregunta de investigación en todo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 específicos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siguen alineados con el método y con el instrumento propuesto.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cronograma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incluye la fase de gestión de avales y permisos, no solo la recolección.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actividad del cronograma tiene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producto verificable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un responsable.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sección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viabilidad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responde los cuatro frentes: técnica, acceso, tiempo y ética-legal.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correcciones de los avances anteriores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efectivamente incorporadas en 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Mi lista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gaps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 priorizada por impacto y cada uno tiene un responsable con fecha.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de esta semana: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Cierre los gaps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orden de impacto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primero los que rompen el hilo, después los de forma.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Termine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cronograma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completo y, si el formato lo pide, el cuadro de recursos o presupuesto.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Vuelva a leer el documento de corrido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aplicar los cambios: cada corrección puede abrir una costura nueva.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Guarde una versión con nombre y fecha antes de seguir editando: le servirá para comparar.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próxima es la última sesión sincrónica de contenido del curso: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Verificación de la integración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checklist en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Coevaluación y autoevaluación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cómo dar y recibir retroalimentación con criterios, y qué se diligencia en CDigital.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el documento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integrado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en esa sesión lo van a leer sus compañeros.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10: Planeación, viabilidad e integración del anteproyecto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