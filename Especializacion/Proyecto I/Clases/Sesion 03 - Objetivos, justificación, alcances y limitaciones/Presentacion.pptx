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Objetivos, justificación, alcances y limitaciones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Objetivos, justificación, alcances y limitaciones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pregunta a los compromisos: qué cambia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trabajo. Hoy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cerramos con compromisos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objetivo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promesa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alguien debe poder decir “esto se cumplió” o “esto no”.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los objetivos que escriban hoy son los que en Proyecto II se van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tachar uno por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“Objetivo específico 1: buscar artículos sobre IA”. Eso no es un objetivo, es su lunes.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objetivo produce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una actividad solo consume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el bloque de formulación casi completo: general, específicos, justificación, alcances y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bloque completo, leído de corrido, debe sonar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 sin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cambió durante la semana, actualícela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ahora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absolutamente todo lo de hoy cuelga de ella.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general: la pregunta dicha en afirmativo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declara el propósito global del anteproyecto.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la pregunta, pero sin signo de interrogación y empezando por un verbo.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recomendada: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qué + en quién o dónde + para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prácticas de retroalimentación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 curso X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asistido por IA.”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Uno solo. Si aparecen dos generales, en realidad hay dos investigaciones metidas en un mismo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del espejo: lea la pregunta y enseguida el general,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suenan a lo mismo, algo sobra o algo falta. Casi siempre el general se fue a prometer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general no puede prometer resultados que el diseño propuesto no vaya a poder producir.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 vs. objetivos específicos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769439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general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Tres, normalmente (entre dos y cuatro)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propósito global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escalones verificables para alcanzarlo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pregunta puesta en afirmativo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responde una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Prueba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Suena igual que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Sumados, y solo sumados, dan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Prometer más de lo que se podrá cumplir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 actividades de clase o pasos administrativos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Cuándo se “tacha”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cerrar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por uno, a medida que se cumplen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la suma: si cumplo los tres específicos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aún así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cumplí el general, falta un específico. Si cumplo dos y el general ya está cumplido, sobra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puedo verificar y los que 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que SÍ (observables)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prohibidos (no 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descripción organizada de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¿cómo se ve que alguien “conoció”?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listado justificado de elementos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Aprender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 estado interno, no un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descomposición con criterios explícitos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Entender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nadie puede auditarlo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Contrastar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comparación entre casos o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Interesarse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es un logro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/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artefacto o una propuesta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Concientizar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una intención, no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Establecer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Criterios, requisitos o 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Profundizar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dice dónde termina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si no puedo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se cumplió, no sirve. Y en Proyecto I “diseñar” y “proponer” son legítimos; “aplicar” e “implementar” todavía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arman tres específicos que de verdad 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escalones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tareas: cada uno deja al lector un piso más arriba.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Patrón que funciona en anteproyectos de 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 — 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caracterizar la situación actual, es decir, qué pasa hoy sin la 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 — fundamentar: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identificar criterios, requisitos o categorías desde teoría y antecedentes.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 — proponer: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diseñar la propuesta o el diseño metodológico que responde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escribe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verbos significan dos objetivos escondidos.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puede depender de datos que en Proyecto I no se van a recolectar.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“Evaluar el impacto del asistente en los usuarios” exige campo: eso es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específicos ordenan el documento: casi siempre se corresponden con los capítulos que van a escribir.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la pregunta a los objetivos (línea educación)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de retroalimentación mediada por un asistente de IA para el curso de Laboratorio de Automatización, a partir de las fricciones identificadas en su proceso actual de entrega y corrección.”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proceso actual de entrega y retroalimentación de informes en el curso.”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Identificar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desde antecedentes y marco teórico, los criterios de una retroalimentación formativa efectiva.”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propuesta de esquema asistido por IA y su ruta de validación para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Fíjense: los tres se pueden tachar, ninguno dice “leer autores” y ninguno exige salir a campo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específico 3 termina en “ruta de validación”, no en “validación”. Así se cierra un anteproyecto honesto.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hilo en la línea de entornos productivos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36730"/>
                <a:gridCol w="92748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Redacción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“¿Cómo se registra hoy la información de paradas de máquina en la línea de empaque de la planta X y qué requisitos debería cumplir una propuesta de asistente de IA, según los supervisores de turno?”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“Proponer los requisitos de un asistente de IA para el registro de paradas de máquina en la línea de empaque de la planta X, a partir de la caracterización del proceso actual.”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“Caracterizar el procedimiento actual de registro de paradas y sus puntos de pérdida de información.”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“Identificar, desde antecedentes y marco teórico, los criterios de calidad de un registro operativo asistido por IA.”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“Establecer los requisitos funcionales y las restricciones de la propuesta, junto con su ruta de validación para Proyecto II.”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patrón que en el ejemplo anterior: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describir → fundamentar → proponer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Cambia el contexto, no la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los tres pilares (y por qué no es autobiografía)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Responde a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¿por qué vale la pena hacer esto?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1 — el vacío: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 o qué no se resuelve bien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apoya en los antecedentes: “se ha estudiado A y B, pero no en este contexto”.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2 — la relevancia: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quién le sirve el resultado y para qué decisión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 al beneficiario: el docente del curso, el supervisor de turno, el área de mantenimiento.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3 — la 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qué encaja en la línea oficial de IA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argumenta el aporte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resultados obtenidos: todavía no se ha ejecutado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“Me gusta la IA” y “trabajo en esa empresa” son motivaciones legítimas,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argumentos.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entre media página y una. Se escribe en presente y sin promesas grandilocuentes.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frases que se caen y frases que se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82292"/>
                <a:gridCol w="2470536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cae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sostiene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“Este proyecto es muy importante para la sociedad.”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Genérico: sirve igual para cualquier trabajo del mundo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propuesta le da al docente del curso un criterio para devolver retroalimentación en días y no en semanas.”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“Me apasiona la inteligencia artificial.”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Autobiografía; no es un argumento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“Los antecedentes revisados abordan cursos virtuales, pero no laboratorios presenciales como el de este estudio.”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“Con esto la empresa ahorrará millones.”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Promete un resultado que aún no se ha medido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registro actual pierde información de turno, lo que impide priorizar mantenimiento; documentarlo es el primer paso.”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“Hay mucha información sobre el tema.”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Eso justifica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hacerlo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fenómeno está documentado a nivel internacional, pero hay poca evidencia en plantas medianas del país.”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Regla: si la frase sirve igual para el trabajo de otro equipo, bórrela. Una justificación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intransferible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y limitación: la promesa y la honestidad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 (lo que SÍ)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Limitación (lo que NO)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Hasta dónde llega 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restricciones reales lo condicionan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objetivo, periodo, categorías o variables, tipo de producto entregado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restringido a la organización, tiempo del programa, disponibilidad de informantes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Restricción propia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entrega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Proyecto I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se aplican instrumentos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 se recolectan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afirmativas: “el estudio abarca…”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honestas: “el estudio no incluye…”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Efecto en el lector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Sabe qué esperar y no exige de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Confía: quien declara sus límites conoce su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Declarar limitaciones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debilita el anteproyecto: lo hace creíble. Lo que sí lo debilita es prometer lo que no se podrá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Específicos que son tareas.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“Leer autores”, “reunirnos con el equipo”, “buscar papers” son su agenda de trabajo, no objetivos. Pregúntese qué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produce ese paso y escriba eso.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Verbos que no se ven.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Conocer, entender, aprender, concientizar. Cámbielos por analizar, caracterizar, identificar, contrastar, establecer, diseñar o proponer.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Alcance y limitación en el mismo párrafo.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Sepárelos en dos listas: lo que SÍ hará y lo que NO podrá. Si están revueltos, el lector no sabe qué le prometieron.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exigen campo.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“Evaluar el impacto”, “medir la satisfacción”, “aplicar el instrumento” pertenecen a Proyecto II. En Proyecto I se propone el diseño y su ruta de validación.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queda el bloque de formulación en el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del equipo, con la plantilla APA de la CUN, cree los subtítulos en este orden exacto: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 → Pregunta → Objetivo general → Objetivos específicos → Justificación → Alcances →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justo encima del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luego la mueva: verlas juntas evita el desfase.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general con la fórmula verbo + qué + dónde + para qué, y léalo en voz alta contra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los específicos 1, 2 y 3, cada uno con un solo verbo al inicio.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justificación en tres párrafos, uno por pilar: vacío, relevancia, pertinencia.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alcances y limitaciones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listas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viñetas separadas, nunca en prosa mezclada.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documento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abran un archivo nuevo; sigan escribiendo debajo de lo de la sesión anterior.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redacción del bloque de formulación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en el documento del equipo. Cuatro productos.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 general con la fórmula verbo + qué + dónde + para qué.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Tres específicos numerados, un verbo cada uno, en el orden describir → fundamentar → proponer.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media a una página de justificación: tres párrafos, un pilar por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Alcances y limitaciones en dos listas de viñetas separadas.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prioridad para quienes no logren pasar del específico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específico se puede “tachar” el día que se cumpla, y el general suena igual que la pregunta en afirmativo.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final: tache mentalmente los tres específicos. ¿Ya quedó cumplido el general? Si no, falta uno.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verbos no observables, objetivos que exijan recolectar datos y justificaciones que hablen de ustedes.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refleja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leo seguidos y dicen lo mismo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solo objetivo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verbos principales: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específico tiene un verbo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Ninguno usa conocer, entender ni aprender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específicos suman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tacharlos los tres, el general queda cumplido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específico exige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aplicar, medir impacto ni encuestar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justificación tiene los tres pilares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Señalo el párrafo del vacío, el de relevancia y el de pertinencia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y limitación están separados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dos listas distintas, con título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citas van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afirmación prestada tiene autor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bloque de formulación todavía no está listo para la entrega acumulativa.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Empaquetar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bloque completo de formulación en el documento, en el orden trabajado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Planteamiento, pregunta, objetivos, justificación, alcances y limitaciones, con sus referencias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la coherencia de punta a punta: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léanlo de corrido; debe sonar a una sola historia sin saltos.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hilo —problema, pregunta, objetivos, justificación, alcances— es exactamente lo que se evalúa.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las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 citado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sesión: traigan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estudios previos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localizados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antecedentes: estudios con autor, año, método y hallazgos. No noticias, no blogs.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entrega se construye encima de la anterior: no son tareas sueltas.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Objetivos, justificación, alcances y limitaciones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