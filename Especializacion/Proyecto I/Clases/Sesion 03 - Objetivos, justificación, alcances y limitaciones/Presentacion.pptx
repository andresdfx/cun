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03 — Objetivos, justificación, alcances y limitaciones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Objetivos, justificación, alcances y limitaciones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De la pregunta a los compromisos: qué cambia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sesión pasada la pregunta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abrió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trabajo. Hoy 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cerramos con compromisos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objetivo es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promesa verificable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alguien debe poder decir “esto se cumplió” o “esto no”.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Por eso los objetivos que escriban hoy son los que en Proyecto II se van 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tachar uno por uno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Caso de aula: “Objetivo específico 1: buscar artículos sobre IA”. Eso no es un objetivo, es su lunes.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objetivo produce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conocimiento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; una actividad solo consume tiempo.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salen con el bloque de formulación casi completo: general, específicos, justificación, alcances y limitaciones.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Ese bloque completo, leído de corrido, debe sonar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sola historia sin saltos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su pregunta cambió durante la semana, actualícela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ahora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absolutamente todo lo de hoy cuelga de ella.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 general: la pregunta dicha en afirmativo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objetivo general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declara el propósito global del anteproyecto.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Dice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lo mismo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la pregunta, pero sin signo de interrogación y empezando por un verbo.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Estructura recomendada: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verbo + qué + en quién o dónde + para qué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“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Caracterizar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las prácticas de retroalimentación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del curso X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para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proponer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 esquema asistido por IA.”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Uno solo. Si aparecen dos generales, en realidad hay dos investigaciones metidas en un mismo documento.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del espejo: lea la pregunta y enseguida el general, en voz alta.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no suenan a lo mismo, algo sobra o algo falta. Casi siempre el general se fue a prometer de más.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general no puede prometer resultados que el diseño propuesto no vaya a poder producir.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 general vs. objetivos específicos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0698"/>
                <a:gridCol w="3769439"/>
                <a:gridCol w="4761397"/>
              </a:tblGrid>
              <a:tr h="50292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Objetivo general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Objetivos específicos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Cuántos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Tres, normalmente (entre dos y cuatro)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Qué declara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propósito global del estudio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Los escalones verificables para alcanzarlo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Relación con la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 la pregunta puesta en afirmativo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Cada uno responde una parte de la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Prueba de calidad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Suena igual que la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Sumados, y solo sumados, dan el general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Error típico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Prometer más de lo que se podrá cumplir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Escribir actividades de clase o pasos administrativos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Cuándo se “tacha”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Al cerrar Proyecto II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Uno por uno, a medida que se cumplen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Regla de la suma: si cumplo los tres específicos y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aún así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no cumplí el general, falta un específico. Si cumplo dos y el general ya está cumplido, sobra uno.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Verbos: los que puedo verificar y los que no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79090"/>
                <a:gridCol w="4166222"/>
                <a:gridCol w="416622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Verbos que SÍ (observables)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producen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Verbos prohibidos (no observables)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Caracterizar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descripción organizada de un fenómeno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Conocer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¿cómo se ve que alguien “conoció”?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Identificar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listado justificado de elementos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Aprender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es un estado interno, no un resultado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Analizar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descomposición con criterios explícitos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Entender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nadie puede auditarlo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Contrastar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comparación entre casos o fuentes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Interesarse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no es un logro de investigación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Diseñar / proponer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artefacto o una propuesta documentada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Concientizar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es una intención, no un objetivo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Establecer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Criterios, requisitos o relaciones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Profundizar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no dice dónde termina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Prueba del verbo: si no puedo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ver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que se cumplió, no sirve. Y en Proyecto I “diseñar” y “proponer” son legítimos; “aplicar” e “implementar” todavía 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arman tres específicos que de verdad 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Piense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escalones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en tareas: cada uno deja al lector un piso más arriba.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Patrón que funciona en anteproyectos de IA: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Específico 1 — describir: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caracterizar la situación actual, es decir, qué pasa hoy sin la 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Específico 2 — fundamentar: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identificar criterios, requisitos o categorías desde teoría y antecedentes.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Específico 3 — proponer: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diseñar la propuesta o el diseño metodológico que responde la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específico se escribe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solo verbo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Dos verbos significan dos objetivos escondidos.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Ninguno puede depender de datos que en Proyecto I no se van a recolectar.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“Evaluar el impacto del asistente en los usuarios” exige campo: eso es Proyecto 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Los específicos ordenan el documento: casi siempre se corresponden con los capítulos que van a escribir.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— de la pregunta a los objetivos (línea educación)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“¿Qué prácticas de retroalimentación mediadas por un asistente de IA podrían proponerse para el curso de Laboratorio de Automatización, a partir de las fricciones que reportan estudiantes y docente?”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Objetivo general: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“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Proponer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 esquema de retroalimentación mediada por un asistente de IA para el curso de Laboratorio de Automatización, a partir de las fricciones identificadas en su proceso actual de entrega y corrección.”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Específico 1: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“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Caracterizar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proceso actual de entrega y retroalimentación de informes en el curso.”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Específico 2: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“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Identificar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desde antecedentes y marco teórico, los criterios de una retroalimentación formativa efectiva.”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Específico 3: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“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Diseñar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propuesta de esquema asistido por IA y su ruta de validación para Proyecto II.”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Fíjense: los tres se pueden tachar, ninguno dice “leer autores” y ninguno exige salir a campo hoy.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específico 3 termina en “ruta de validación”, no en “validación”. Así se cierra un anteproyecto honesto.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mismo hilo en la línea de entornos productivos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36730"/>
                <a:gridCol w="9274804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Pieza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Redacción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“¿Cómo se registra hoy la información de paradas de máquina en la línea de empaque de la planta X y qué requisitos debería cumplir una propuesta de asistente de IA, según los supervisores de turno?”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General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“Proponer los requisitos de un asistente de IA para el registro de paradas de máquina en la línea de empaque de la planta X, a partir de la caracterización del proceso actual.”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Específico 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“Caracterizar el procedimiento actual de registro de paradas y sus puntos de pérdida de información.”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Específico 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“Identificar, desde antecedentes y marco teórico, los criterios de calidad de un registro operativo asistido por IA.”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Específico 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“Establecer los requisitos funcionales y las restricciones de la propuesta, junto con su ruta de validación para Proyecto II.”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Mismo patrón que en el ejemplo anterior: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describir → fundamentar → proponer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Cambia el contexto, no la estructura.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Justificación: los tres pilares (y por qué no es autobiografía)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Responde a una sola pregunta: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¿por qué vale la pena hacer esto?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Pilar 1 — el vacío: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qué no se sabe todavía o qué no se resuelve bien en la práctica.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apoya en los antecedentes: “se ha estudiado A y B, pero no en este contexto”.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Pilar 2 — la relevancia: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 quién le sirve el resultado y para qué decisión concreta.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Nombre al beneficiario: el docente del curso, el supervisor de turno, el área de mantenimiento.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Pilar 3 — la pertinencia: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por qué encaja en la línea oficial de IA del programa.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 argumenta el aporte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esperable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nunca resultados obtenidos: todavía no se ha ejecutado nada.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“Me gusta la IA” y “trabajo en esa empresa” son motivaciones legítimas, pero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son argumentos.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Extensión típica: entre media página y una. Se escribe en presente y sin promesas grandilocuentes.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Justificación: frases que se caen y frases que se sostienen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82292"/>
                <a:gridCol w="2470536"/>
                <a:gridCol w="555870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 cae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 sostiene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“Este proyecto es muy importante para la sociedad.”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Genérico: sirve igual para cualquier trabajo del mundo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“La propuesta le da al docente del curso un criterio para devolver retroalimentación en días y no en semanas.”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“Me apasiona la inteligencia artificial.”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Autobiografía; no es un argumento de investigación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“Los antecedentes revisados abordan cursos virtuales, pero no laboratorios presenciales como el de este estudio.”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“Con esto la empresa ahorrará millones.”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Promete un resultado que aún no se ha medido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“El registro actual pierde información de turno, lo que impide priorizar mantenimiento; documentarlo es el primer paso.”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“Hay mucha información sobre el tema.”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Eso justifica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hacerlo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“El fenómeno está documentado a nivel internacional, pero hay poca evidencia en plantas medianas del país.”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Regla: si la frase sirve igual para el trabajo de otro equipo, bórrela. Una justificación es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intransferible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Alcance y limitación: la promesa y la honestidad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67420"/>
                <a:gridCol w="4172057"/>
                <a:gridCol w="4172057"/>
              </a:tblGrid>
              <a:tr h="50292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Alcance (lo que SÍ)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Limitación (lo que NO)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Qué declara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Hasta dónde llega el estudio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Qué restricciones reales lo condicionan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Ejemplos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Población objetivo, periodo, categorías o variables, tipo de producto entregado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Acceso restringido a la organización, tiempo del programa, disponibilidad de informantes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Restricción propia del curso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entrega un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diseño propuesto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 Proyecto I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no se aplican instrumentos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ni se recolectan datos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Cómo se escribe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Viñetas afirmativas: “el estudio abarca…”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Viñetas honestas: “el estudio no incluye…”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Efecto en el lector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Sabe qué esperar y no exige de más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Confía: quien declara sus límites conoce su trabajo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Declarar limitaciones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debilita el anteproyecto: lo hace creíble. Lo que sí lo debilita es prometer lo que no se podrá cumplir.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 que más se devuelve corregido en este bloque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Específicos que son tareas.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“Leer autores”, “reunirnos con el equipo”, “buscar papers” son su agenda de trabajo, no objetivos. Pregúntese qué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conocimiento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produce ese paso y escriba eso.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Verbos que no se ven.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Conocer, entender, aprender, concientizar. Cámbielos por analizar, caracterizar, identificar, contrastar, establecer, diseñar o proponer.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Alcance y limitación en el mismo párrafo.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Sepárelos en dos listas: lo que SÍ hará y lo que NO podrá. Si están revueltos, el lector no sabe qué le prometieron.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 que más se devuelve corregido en este bloque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Objetivos que exigen campo.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“Evaluar el impacto”, “medir la satisfacción”, “aplicar el instrumento” pertenecen a Proyecto II. En Proyecto I se propone el diseño y su ruta de validación.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cómo queda el bloque de formulación en el documento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documento del equipo, con la plantilla APA de la CUN, cree los subtítulos en este orden exacto: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Planteamiento → Pregunta → Objetivo general → Objetivos específicos → Justificación → Alcances → Limitaciones.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Copie su pregunta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justo encima del general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aunque luego la mueva: verlas juntas evita el desfase.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el general con la fórmula verbo + qué + dónde + para qué, y léalo en voz alta contra la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Numere los específicos 1, 2 y 3, cada uno con un solo verbo al inicio.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Redacte la justificación en tres párrafos, uno por pilar: vacío, relevancia, pertinencia.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alcances y limitaciones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listas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viñetas separadas, nunca en prosa mezclada.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el avance a CDigital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S03_ObjetivosJustificacion_Apellidos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documento es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acumulativo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no abran un archivo nuevo; sigan escribiendo debajo de lo de la sesión anterior. [URL CDigital — campus del curso pendiente]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(20 minutos) — redacción del bloque de formulación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20 minutos en el documento del equipo. Cuatro productos.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Objetivo general con la fórmula verbo + qué + dónde + para qué.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Tres específicos numerados, un verbo cada uno, en el orden describir → fundamentar → proponer.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media a una página de justificación: tres párrafos, un pilar por párrafo.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Alcances y limitaciones en dos listas de viñetas separadas.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Docente circula por los equipos; prioridad para quienes no logren pasar del específico 1.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cada específico se puede “tachar” el día que se cumpla, y el general suena igual que la pregunta en afirmativo.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Prueba final: tache mentalmente los tres específicos. ¿Ya quedó cumplido el general? Si no, falta uno.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Prohibido en este taller: verbos no observables, objetivos que exijan recolectar datos y justificaciones que hablen de ustedes.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el avance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82404"/>
                <a:gridCol w="6500489"/>
                <a:gridCol w="92864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Reviso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compruebo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Listo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general refleja la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Los leo seguidos y dicen lo mismo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Hay un solo objetivo general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Cuento los verbos principales: uno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específico tiene un verbo observable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Ninguno usa conocer, entender ni aprender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Los específicos suman el general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Al tacharlos los tres, el general queda cumplido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Ningún específico exige campo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aparece aplicar, medir impacto ni encuestar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justificación tiene los tres pilares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Señalo el párrafo del vacío, el de relevancia y el de pertinencia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Alcance y limitación están separados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Son dos listas distintas, con título propio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Las citas van en APA 7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afirmación prestada tiene autor y año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Ocho casillas. Si alguna queda vacía, el bloque de formulación todavía no está listo para la entrega acumulativa.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traer 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Empaquetar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bloque completo de formulación en el documento, en el orden trabajado hoy.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Planteamiento, pregunta, objetivos, justificación, alcances y limitaciones, con sus referencias en APA 7.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Revisar la coherencia de punta a punta: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léanlo de corrido; debe sonar a una sola historia sin saltos.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Ese hilo —problema, pregunta, objetivos, justificación, alcances— es exactamente lo que se evalúa.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Generar las referencias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lo citado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ZoteroBib (zbib.org)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 con las citas integradas de Google Docs.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avance a CDigital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S03_ObjetivosJustificacion_Apellidos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Para la próxima sesión: traigan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estudios previos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localizados en Google Scholar, SciELO o Redalyc.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Empezamos antecedentes: estudios con autor, año, método y hallazgos. No noticias, no blogs.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Cada entrega se construye encima de la anterior: no son tareas sueltas. Las tutorías por equipo se acuerdan con el Docente durante la semana.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03: Objetivos, justificación, alcances y limitaciones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