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4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Retroalimentación ACA1 · Antecedentes de investigación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 — Especialización en Inteligencia Artificial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07/09/2026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ACA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8:00 pm – 10:00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Retroalimentación ACA1 · Antecedentes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Mínimo 6 antecedentes nacionales/internacionales.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4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Retroalimentación ACA1 · Antecedentes de investigación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Mínimo 6 antecedentes nacionales/internacionales.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4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 — TUTORÍAS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4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4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4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Retroalimentación ACA1 · Antecedentes de investigación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