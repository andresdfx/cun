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Presentación del curso y del proceso investigativo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03/08/2026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 y del proceso investigativo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curso y del proceso investigativo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Presentación del curso y del proceso investigativo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