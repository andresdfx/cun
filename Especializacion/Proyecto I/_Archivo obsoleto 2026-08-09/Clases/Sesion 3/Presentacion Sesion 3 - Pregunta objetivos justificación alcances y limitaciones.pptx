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3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Pregunta, objetivos, justificación, alcances y limitaciones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Proyecto I — Especialización en Inteligencia Artificial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24/08/2026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ACA 1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Lunes, 8:00 pm – 10:00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Pregunta, objetivos, justificación, alcances y limitaciones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de ventana ACA1 el 30/08 · equipos conformados en Moodle.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3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Instructivo AFI + Calendario oficial 26ES4 / Manual del Docente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Pregunta, objetivos, justificación, alcances y limitaciones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de ventana ACA1 el 30/08 · equipos conformados en Moodle.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3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RECUERDA — TUTORÍAS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FBE4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⚠️ Importante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Registra tu asistencia a tutorías: https://forms.gle/oZ8xCYiUo3KEWr1d9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En Proyecto I los instrumentos se proponen, no se aplican.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3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3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PROYECTO I · Sesión 3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Pregunta, objetivos, justificación, alcances y limitaciones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PROYECTO 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