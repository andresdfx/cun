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01 — Presentación del curso y del proceso investigativo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Presentación del curso y del proceso investigativo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Presentación del curso y del proceso investigativo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Presentación del curso y del proceso investigativo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Encuadre Proyecto I → II · qué es un anteproyecto · acuerdos · registro de tutorías.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TABLERO COLABORATIVO — IdeaBoardz (~7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Herramienta: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IdeaBoardz (gratis · navegador · sin install).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URL: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https://ideaboardz.com/  ·  Backup: https://en.linoit.com/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1) Docente crea el tablero → copia el link → lo pega en el chat de Meet / CDigital.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2) Agrega un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post-it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con: expectativa del curso +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tema tentativo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investigación (1 frase).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3) Leemos 3–4 notas en voz alta (mapeamos, no juzgamos).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Sin cuenta obligatoria. Si IdeaBoardz falla → Lino, misma consigna.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01: Presentación del curso y del proceso investigativo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