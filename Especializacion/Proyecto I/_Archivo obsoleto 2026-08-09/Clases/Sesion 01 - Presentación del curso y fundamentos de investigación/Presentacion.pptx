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curso y fundamentos de investigación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Presentación del curso y fundamentos de investigación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 y fundamentos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ESP329 U1 · Encuadre P-I→P-II · enfoques/ética · acuerdos · tutorías · rompehielos QR/Padlet.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del curso y fundamentos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ESP329 U1 · Encuadre P-I→P-II · enfoques/ética · acuerdos · tutorías · rompehielos QR/Padlet.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Las tutorías por grupo se acuerdan en la semana con el Docente (no hay atención espontánea sin cita).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 Enunciado ACA completo: `Clases/Recursos/ACAs/` (no duplicar aquí).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01: Presentación del curso y fundamentos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8:10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