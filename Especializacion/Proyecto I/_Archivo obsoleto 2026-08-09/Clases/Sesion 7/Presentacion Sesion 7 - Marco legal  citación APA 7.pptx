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7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Marco legal · citación APA 7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Proyecto I — Especialización en Inteligencia Artificial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28/09/2026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ACA 2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Lunes, 8:00 pm – 10:00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Marco legal · citación APA 7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Cierre ACA2 el 04/10.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7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Instructivo AFI + Calendario oficial 26ES4 / Manual del Docente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Marco legal · citación APA 7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Cierre ACA2 el 04/10.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7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RECUERDA — TUTORÍAS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Registra tu asistencia a tutorías: https://forms.gle/oZ8xCYiUo3KEWr1d9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En Proyecto I los instrumentos se proponen, no se aplican.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7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7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7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Marco legal · citación APA 7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PROYECTO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