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PROYECTO I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Especialización en Inteligencia Artificial · Código ESP329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26ES4 · 03 de agosto – 22 de noviembre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semanal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 (2 horas)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[Nombre del docente]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PROYECTO 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Formular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anteproyecto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viable, coherente y metodológicamente sólido.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una asignatura disciplinar tradicional: es el inicio de tu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Nada se recolecta ni se aplica todavía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encuestas, entrevistas, trabajo de campo pertenecen a Proyecto II, después del aval metodológico.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docente actúa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garante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orienta, revisa y aprueba la estructura del anteproyecto.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Producto de cierre: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anteproyecto completo, aprobado por el docente metodólogo.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LÍNEAS DE INVESTIGACIÓN DEL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 anteproyecto debe enmarcarse en una de las líneas oficiales de la Especialización en Inteligencia Artificial: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Uso y adaptación de IA para entornos productivos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Implementación de IA en la educación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tu tema no encaja claramente, tu docente te ayudará a reformularlo dentro de una de estas líneas.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METODOLOGÍA DEL ENCUENTRO SEMANAL (2 HORAS)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1508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Horario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ocurre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Contenido nuevo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8:00 – 9:00 pm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Explicación del concepto de la semana, modelación con ejemplo, dudas comunes.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Tutoría / taller en vivo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9:00 – 10:00 pm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Trabajo en equipos sobre avances puntuales + acompañamiento flexible.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37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⚠️ En CADA tutoría (del encuentro o adicional) debes diligenciar tu asistencia: https://forms.gle/oZ8xCYiUo3KEWr1d9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REGISTRO DE ASISTENCIA A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Cada vez que asistas a una tutoría (sea la del encuentro semanal o una adicional), debes diligenciar el formulario de asistencia: https://forms.gle/oZ8xCYiUo3KEWr1d9 — es tu evidencia oficial de participación.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Este registro es DISTINTO del que hace el docente. Ambos son obligatorios y no se reemplazan entre sí: si no diligencias tu formulario, tu asistencia puede no quedar acreditada.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CRONOGRAMA — INICIO Y CIERRE DE CADA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Fechas oficiales del periodo 26ES4 · cierre y registro de notas: 22/11/2026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2577007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1  · 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03/08/2026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30/08/2026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8255" y="2011679"/>
            <a:ext cx="2577007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1407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2  ·  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8255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7983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07/09/2026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8295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04/10/2026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431" y="2011679"/>
            <a:ext cx="2577007" cy="658368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9583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ACA 3  ·  42%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12/10/2026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6471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6159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08/11/2026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4607" y="2011679"/>
            <a:ext cx="2577007" cy="65836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7759" y="2084831"/>
            <a:ext cx="2430703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Coev. + Autoev.  ·  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607" y="2670048"/>
            <a:ext cx="2577007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84335" y="288035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09/11/2026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4647" y="3794759"/>
            <a:ext cx="1936927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4335" y="3977639"/>
            <a:ext cx="235755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22/11/2026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56631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0392B"/>
                </a:solidFill>
                <a:latin typeface="Calibri"/>
              </a:rPr>
              <a:t>🚫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Sin clase (festivos):</a:t>
            </a:r>
            <a:r>
              <a:rPr sz="1200" b="0" i="0">
                <a:solidFill>
                  <a:srgbClr val="C0392B"/>
                </a:solidFill>
                <a:latin typeface="Calibri"/>
              </a:rPr>
              <a:t> 17/08 Asunción de la Virgen  ·  12/10 Día de la Raza  ·  02/11 Todos los Santos  ·  16/11 Indep. de Cartagena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04103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513831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📌 Tutorías: registra tu asistencia en https://forms.gle/oZ8xCYiUo3KEWr1d9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AVISO IMPORTANTE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ACA 3 (42%, el entregable más grande) solo tiene 2 lunes de clase sincrónica disponibles (19/10 y 26/10) — los otros 2 lunes de su ventana son festivos. Aprovecha bien esas sesiones y apóyate en tutorías adicionales.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NO se aplican instrumentos ni se recolecta información — eso corresponde a Proyecto II, después de aprobar el anteproyecto.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ENTREGA CADA EQUIPO EN CADA ACA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55767"/>
                <a:gridCol w="5455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1 (25%)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del problema, pregunta de investigación, objetivo general y específicos, justificación, alcances y limitaciones.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2 (25%)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 + marco referencial: antecedentes (mínimo 6), marco teórico, conceptual, contextual y legal.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ACA 3 (42%)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Correcciones de ACA1+ACA2 + metodología completa (enfoque, diseño, población/muestra, técnicas e instrumentos PROPUESTOS) + cronograma + presupuesto = anteproyecto FINAL integrado.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Formato: Plantilla APA CUN de Proyecto de Grado, Normas APA 7.ª edición. Equipos de máximo 3 estudiantes.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Plataforma: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CDigital (Moodle) — todas las entregas, calificaciones y retroalimentación oficiales viven aquí.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Encuentro sincrónico: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Google Meet, enlace publicado en Moodle — lunes 8:00-10:00 pm.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Registro de tu asistencia a tutorías (obligatorio):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https://forms.gle/oZ8xCYiUo3KEWr1d9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de formato: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Plantilla APA CUN – Proyecto de Grado (estructura + Normas APA 7).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Gestor de citas y referencias: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Mendeley (recomendado por el instructivo institucional).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Bases de datos: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biblioteca CUN (bases suscritas) + Google Scholar, Redalyc, Scielo, Dialnet.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 el 3 de agosto!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Un anteproyecto sólido en Proyecto I es la base de todo tu trabajo de grado.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los lunes, 8:00 pm, por Google Meet.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Cualquier duda, usa las tutorías — son tu espacio de acompañamiento real (¡y recuerda registrarte!).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 · Especialización en Inteligencia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