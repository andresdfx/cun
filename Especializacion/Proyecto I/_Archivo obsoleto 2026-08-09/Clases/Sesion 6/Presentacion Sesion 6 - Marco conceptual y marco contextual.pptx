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6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Marco conceptual y marco contextual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 — Especialización en Inteligencia Artificial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21/09/2026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ACA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conceptual y marco contextual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Definiciones operativas y contexto de aplicación.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6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conceptual y marco contextual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Definiciones operativas y contexto de aplicación.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6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 —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6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6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6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Marco conceptual y marco contextual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