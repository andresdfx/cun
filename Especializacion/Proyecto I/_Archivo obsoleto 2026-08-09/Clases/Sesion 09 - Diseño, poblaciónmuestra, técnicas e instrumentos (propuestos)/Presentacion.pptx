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09 — Diseño, población/muestra, técnicas e instrumentos (propuestos)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09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Diseño, población/muestra, técnicas e instrumentos (propuestos)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Diseño, población/muestra, técnicas e instrumentos (propuestos)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se aplican instrumentos en Proyecto I.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Diseño, población/muestra, técnicas e instrumentos (propuestos)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 se aplican instrumentos en Proyecto I.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09: Diseño, población/muestra, técnicas e instrumentos (propuestos)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