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5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Marco teórico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 — Especialización en Inteligencia Artificial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14/09/2026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ACA 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8:00 pm – 10:00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Marco teórico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Bases teóricas alineadas a variables y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5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Instructivo AFI + Calendario oficial 26ES4 / Manual del Docente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Marco teórico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Bases teóricas alineadas a variables y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5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 — TUTORÍAS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5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5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5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Marco teórico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