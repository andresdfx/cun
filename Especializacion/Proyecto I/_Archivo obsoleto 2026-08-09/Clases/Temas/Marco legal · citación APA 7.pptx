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MARCO LEGAL · CITACIÓN APA 7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legal · citación APA 7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ACA2 el 04/10.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legal · citación APA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Marco legal · citación APA 7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ACA2 el 04/10.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legal · citación APA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legal · citación APA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legal · citación APA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Marco legal · citación APA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Marco legal · citación APA 7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