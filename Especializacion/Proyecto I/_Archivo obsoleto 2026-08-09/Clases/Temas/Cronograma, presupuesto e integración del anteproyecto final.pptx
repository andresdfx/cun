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Cronograma, presupuesto e integración del anteproyecto final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Cronograma, presupuesto e integración del anteproyecto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Cronograma, presupuesto e integración del anteproy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Cronograma, presupuesto e integración del anteproyecto final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Cronograma, presupuesto e integración del anteproy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Cronograma, presupuesto e integración del anteproy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Cronograma, presupuesto e integración del anteproy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Cronograma, presupuesto e integración del anteproy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Cronograma, presupuesto e integración del anteproyecto final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