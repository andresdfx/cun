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Diseño, población/muestra, técnicas e instrumentos (propuestos)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Diseño, población/muestra, técnicas e instrumentos (propuestos)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aplican instrumentos en Proyecto 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Diseño, población/muestra, técnicas e instrumentos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Diseño, población/muestra, técnicas e instrumentos (propuestos)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se aplican instrumentos en Proyecto 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Diseño, población/muestra, técnicas e instrumentos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Diseño, población/muestra, técnicas e instrumentos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Diseño, población/muestra, técnicas e instrumentos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Diseño, población/muestra, técnicas e instrumentos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Diseño, población/muestra, técnicas e instrumentos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