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DELIMITACIÓN DEL TEMA Y CONSTRUCCIÓN DEL PROBLEMA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Delimitación del tema y construcción del problema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Líneas de investigación IA · formulación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Delimitación del tema y construcción del problema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Delimitación del tema y construcción del problema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Líneas de investigación IA · formulación del problema.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Delimitación del tema y construcción del problema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Delimitación del tema y construcción del problema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Delimitación del tema y construcción del problema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Delimitación del tema y construcción del problema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Delimitación del tema y construcción del problema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