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PUENTE A METODOLOGÍA: PARADIGMA, ENFOQUE Y ALCANCE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Puente a metodología: paradigma, enfoque y 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Adelantar metodología antes de festivos de ACA3.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Puente a metodología: paradigma, enfoque y alcance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Puente a metodología: paradigma, enfoque y alcance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Adelantar metodología antes de festivos de ACA3.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Puente a metodología: paradigma, enfoque y alcance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Puente a metodología: paradigma, enfoque y alcance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Puente a metodología: paradigma, enfoque y alcance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Puente a metodología: paradigma, enfoque y alcance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Puente a metodología: paradigma, enfoque y alcance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