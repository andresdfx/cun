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RETROALIMENTACIÓN ACA1 · ANTECEDENTES DE INVESTIGACIÓN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Proyecto I — Especialización en Inteligencia Artificial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2B2B2B"/>
                </a:solidFill>
                <a:latin typeface="Calibri"/>
              </a:rPr>
              <a:t>Enfoque teórico-práctico · trabajo autónomo entre encuentros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Retroalimentación ACA1 · Antecedentes de investigación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Mínimo 6 antecedentes nacionales/internacionales.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Retroalimentación ACA1 · Antecedentes de investiga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Retroalimentación ACA1 · Antecedentes de investigación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Mínimo 6 antecedentes nacionales/internacionales.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Retroalimentación ACA1 · Antecedentes de investiga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Retroalimentación ACA1 · Antecedentes de investiga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Retroalimentación ACA1 · Antecedentes de investiga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Retroalimentación ACA1 · Antecedentes de investiga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Retroalimentación ACA1 · Antecedentes de investigación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