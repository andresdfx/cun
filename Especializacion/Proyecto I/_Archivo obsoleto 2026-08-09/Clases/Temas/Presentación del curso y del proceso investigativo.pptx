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PRESENTACIÓN DEL CURSO Y DEL PROCESO INVESTIGATIVO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curso y del proceso investigativo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Encuadre Proyecto I → II · qué es un anteproyecto · acuerdos · registro de tutorías.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Presentación del curso y del proceso investigativo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del curso y del proceso investigativo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Encuadre Proyecto I → II · qué es un anteproyecto · acuerdos · registro de tutorías.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Presentación del curso y del proceso investigativo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Presentación del curso y del proceso investigativo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Presentación del curso y del proceso investigativo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Presentación del curso y del proceso investigativo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Presentación del curso y del proceso investigativo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