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MARCO CONCEPTUAL Y MARCO CONTEXTUAL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Instructivo AFI + Calendario oficial 26ES4 / Manual del Docente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Marco conceptual y marco contextual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Definiciones operativas y contexto de aplicación.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Marco conceptual y marco contextual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Marco conceptual y marco contextual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Definiciones operativas y contexto de aplicación.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Marco conceptual y marco contextual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RECUERDA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Registra tu asistencia a tutorías: https://forms.gle/oZ8xCYiUo3KEWr1d9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los instrumentos se proponen, no se aplican.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Marco conceptual y marco contextual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Marco conceptual y marco contextual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Marco conceptual y marco contextual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Marco conceptual y marco contextual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