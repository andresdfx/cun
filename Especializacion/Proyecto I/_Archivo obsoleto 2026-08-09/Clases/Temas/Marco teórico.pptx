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MARCO TEÓRICO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Proyecto I — Especialización en Inteligencia Artificial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PROYECTO I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Instructivo AFI + Calendario oficial 26ES4 / Manual del Docente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Enfoque teórico-práctico · trabajo autónomo entre encuentros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Marco teórico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Bases teóricas alineadas a variables y pregunta.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Marco teórico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Marco teórico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Bases teóricas alineadas a variables y pregunta.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Marco teórico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RECUERDA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Registra tu asistencia a tutorías: https://forms.gle/oZ8xCYiUo3KEWr1d9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En Proyecto I los instrumentos se proponen, no se aplican.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Marco teórico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Marco teórico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Marco teórico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Marco teórico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PROYECTO 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