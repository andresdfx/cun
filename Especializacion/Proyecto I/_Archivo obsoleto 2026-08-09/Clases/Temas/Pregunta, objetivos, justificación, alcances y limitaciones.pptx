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Pregunta, objetivos, justificación, alcances y limitaciones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Proyecto I — Especialización en Inteligencia Artificial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Instructivo AFI + Calendario oficial 26ES4 / Manual del Docente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Pregunta, objetivos, justificación, alcances y limitaciones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Cierre de ventana ACA1 el 30/08 · equipos conformados en Moodle.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Pregunta, objetivos, justificación, alcances y lim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Pregunta, objetivos, justificación, alcances y limitaciones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Cierre de ventana ACA1 el 30/08 · equipos conformados en Moodle.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Pregunta, objetivos, justificación, alcances y lim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RECUERDA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Registra tu asistencia a tutorías: https://forms.gle/oZ8xCYiUo3KEWr1d9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 Proyecto I los instrumentos se proponen, no se aplican.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Pregunta, objetivos, justificación, alcances y lim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Pregunta, objetivos, justificación, alcances y lim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Pregunta, objetivos, justificación, alcances y lim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Pregunta, objetivos, justificación, alcances y limitaciones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