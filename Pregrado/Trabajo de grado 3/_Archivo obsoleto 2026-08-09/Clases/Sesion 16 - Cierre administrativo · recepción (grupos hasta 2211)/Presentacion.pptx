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16 — Cierre administrativo · recepción (grupos hasta 22/11)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Trabajo de Grado 3 — Modelos de Innovación (Ing. Sistemas)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Sesión 16: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Cierre administrativo · recepción (grupos hasta 22/11)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Fecha ref.: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17/11/2026 ·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Bloque: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Buffer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TRABAJO DE GRADO 3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Horario del curso: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Martes, 5:00 pm – 6:00 pm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Cierre administrativo · recepción (grupos hasta 22/11)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Solo grupos 54466/54467 (26V04, cierre 22/11). El 54450 NO tiene esta fecha.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Salir con dudas concretas y un avance observable.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Sesión 16 · Cierre administrativo · recepción (grupo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Cierre administrativo · recepción (grupos hasta 22/11)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Solo grupos 54466/54467 (26V04, cierre 22/11). El 54450 NO tiene esta fecha.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 / 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Sesión 16 · Cierre administrativo · recepción (grupo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ACUERDOS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Si el día de clase es festivo colombiano → clase autónoma (actividad en el LMS).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El producto del curso se construye desde el primer encuentro, no al cierre.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Sesión 16 · Cierre administrativo · recepción (grupo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sales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el LMS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Sesión 16 · Cierre administrativo · recepción (grupo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(el párrafo o sección puntual, no “no entendí nada”).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Sesión 16 · Cierre administrativo · recepción (grupo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Sesión 16: Cierre administrativo · recepción (grupos hasta 22/11)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TRABAJO DE GRADO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