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Casos de éxito · acuerdo pedagógico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04/08/2026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Casos de éxito · acuerdo pedagógico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Casos de éxito · acuerdo pedagógico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Casos de éxito · acuerdo pedagógico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