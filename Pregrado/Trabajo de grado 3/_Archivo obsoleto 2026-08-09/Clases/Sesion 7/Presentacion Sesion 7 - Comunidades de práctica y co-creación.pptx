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7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Comunidades de práctica y co-creación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 — Modelos de Innovación (Ing. Sistemas)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15/09/2026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U7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Martes,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Comunidades de práctica y co-creación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Socialización de problemas y propuestas.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7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Comunidades de práctica y co-creación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Socialización de problemas y propuestas.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7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7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7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7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Comunidades de práctica y co-creación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