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12 — Póster · evidencias · verificación antiplagio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Trabajo de Grado 3 — Modelos de Innovación (Ing. Sistemas)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12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Póster · evidencias · verificación antiplagio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Póster · evidencias · verificación antiplagio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Alistamiento para sustentación.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Salir con dudas concretas y un avance observable.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Póster · evidencias · verificación antiplagio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Alistamiento para sustentación.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 / 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ENFOQUE DE HOY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Todo el encuentro gira en torno a: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Póster · evidencias · verificación antiplagio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El avance de hoy alimenta el mismo entregable del curso (no un taller aislado).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sales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CDigital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(el párrafo o sección puntual, no “no entendí nada”).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Sesión 12: Póster · evidencias · verificación antiplagio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