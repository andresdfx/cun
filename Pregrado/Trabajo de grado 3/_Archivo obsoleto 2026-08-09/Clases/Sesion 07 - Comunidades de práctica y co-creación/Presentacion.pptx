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07 — COMUNIDADES DE PRÁCTICA Y CO-CREACIÓN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07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Comunidades de práctica y co-creación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Comunidades de práctica y co-creación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Socialización de problemas y propuestas.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Comunidades de práctica y co-creación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Socialización de problemas y propuestas.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Comunidades de práctica y co-creación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07: Comunidades de práctica y co-creación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