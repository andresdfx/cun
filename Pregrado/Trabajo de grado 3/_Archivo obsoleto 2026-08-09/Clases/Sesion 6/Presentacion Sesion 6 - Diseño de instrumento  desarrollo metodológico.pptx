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6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Diseño de instrumento · desarrollo metodológico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08/09/2026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de instrumento · desarrollo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Prototipado / obra-creación.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6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 de instrumento · desarrollo metodológico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Prototipado / obra-creación.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6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6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6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6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Diseño de instrumento · desarrollo metodológico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