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16 — Cierre administrativo · recepción (grupos hasta 22 nov)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administrativo · recepción (grupos hasta 22 nov)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administrativo · recepción (grupos hasta 22 nov)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Solo grupos 54466/54467 (26V04, cierre 22/11). El 54450 NO tiene esta fecha.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administrativo · recepción (grupos hasta 22 nov)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grupos 54466/54467 (26V04, cierre 22/11). El 54450 NO tiene esta fecha.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Cierre administrativo · recepción (grupos hasta 22 nov)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16: Cierre administrativo · recepción (grupos hasta 22 nov)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