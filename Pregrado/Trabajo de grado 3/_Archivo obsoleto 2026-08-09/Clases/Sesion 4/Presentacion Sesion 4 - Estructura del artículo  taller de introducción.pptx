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4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Estructura del artículo · taller de introducción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25/08/2026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Estructura del artículo · taller de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Contexto, problema, pregunta y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4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Estructura del artículo · taller de introducción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Contexto, problema, pregunta y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4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4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4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4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Estructura del artículo · taller de introducción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