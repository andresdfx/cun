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5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Fase I de referentes de investigación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01/09/2026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 de referentes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Diálogo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5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Fase I de referentes de investigación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Diálogo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5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5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5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5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Fase I de referentes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