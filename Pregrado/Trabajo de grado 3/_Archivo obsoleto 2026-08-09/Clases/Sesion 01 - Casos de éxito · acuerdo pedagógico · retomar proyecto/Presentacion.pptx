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01 — Casos de éxito · acuerdo pedagógico · retomar proyecto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01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Casos de éxito · acuerdo pedagógico · retomar proyecto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Casos de éxito · acuerdo pedagógico · retomar proyecto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Contexto y planteamiento del problema.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Casos de éxito · acuerdo pedagógico · retomar proyecto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Contexto y planteamiento del problema.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Casos de éxito · acuerdo pedagógico · retomar proyecto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 Enunciado ACA completo: `Clases/Recursos/ACAs/` (no duplicar aquí).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01: Casos de éxito · acuerdo pedagógico · retomar proyecto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