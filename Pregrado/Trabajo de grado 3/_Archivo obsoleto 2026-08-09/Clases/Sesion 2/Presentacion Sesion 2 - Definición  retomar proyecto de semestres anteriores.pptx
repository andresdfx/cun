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2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Definición / retomar proyecto de semestres anteriores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11/08/2026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Martes,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Definición / retomar proyecto de semestres anteriores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Contexto y planteamiento del 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2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Definición / retomar proyecto de semestres anteriores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Contexto y planteamiento del 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2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2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2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2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Definición / retomar proyecto de semestres anteriores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