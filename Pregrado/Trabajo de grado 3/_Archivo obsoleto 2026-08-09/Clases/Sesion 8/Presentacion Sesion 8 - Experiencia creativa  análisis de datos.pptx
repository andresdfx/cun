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8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Experiencia creativa · análisis de datos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22/09/2026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Experiencia creativa · análisis de 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Socialización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8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Experiencia creativa · análisis de datos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8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8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8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8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Experiencia creativa · análisis de datos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