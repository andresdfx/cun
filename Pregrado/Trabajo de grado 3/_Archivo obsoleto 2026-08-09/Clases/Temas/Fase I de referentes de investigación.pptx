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FASE I DE REFERENTES DE INVESTIGACIÓN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3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Sílabo SIAC 94532 (14 unidades)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Fase I de referentes de investigación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Diálogo colaborativo.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Fase I de referentes de investigación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Fase I de referentes de investigación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Diálogo colaborativo.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Fase I de referentes de investigación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el día de clase es festivo colombiano → clase autónoma (actividad en el LMS).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producto del curso se construye desde el primer encuentro, no al cierre.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Fase I de referentes de investigación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Fase I de referentes de investigación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Fase I de referentes de investigación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Fase I de referentes de investigación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