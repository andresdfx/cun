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DEFINICIÓN / RETOMAR PROYECTO DE SEMESTRES ANTERIORES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Definición / retomar proyecto de semestres anterio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Definición / retomar proyecto de semestres anteriores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Definición / retomar proyecto de semestres anterio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Definición / retomar proyecto de semestres anterio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Definición / retomar proyecto de semestres anterio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Definición / retomar proyecto de semestres anterio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