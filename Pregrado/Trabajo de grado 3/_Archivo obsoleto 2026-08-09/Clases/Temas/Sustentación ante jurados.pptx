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SUSTENTACIÓN ANTE JURADOS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Sustentación ante jurados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Defensa oral del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Sustentación ante jurados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Sustentación ante jurados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Defensa oral del 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Sustentación ante jurados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Sustentación ante jurados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Sustentación ante jurados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Sustentación ante jurados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Sustentación ante jurados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