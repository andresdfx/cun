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ESTRUCTURA DEL ARTÍCULO · TALLER DE INTRODUCCIÓN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artículo · taller de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Contexto, problema,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Estructura del artículo · taller de introducción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Estructura del artículo · taller de introducción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Contexto, problema,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Estructura del artículo · taller de 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Estructura del artículo · taller de introducción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Estructura del artículo · taller de introducción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Estructura del artículo · taller de introducción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Estructura del artículo · taller de introducción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