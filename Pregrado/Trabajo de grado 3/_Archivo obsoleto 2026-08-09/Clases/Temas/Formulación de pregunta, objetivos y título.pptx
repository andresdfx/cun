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FORMULACIÓN DE PREGUNTA, OBJETIVOS Y TÍTULO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Trabajo de Grado 3 — Modelos de Innovación (Ing. Sistemas)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3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Sílabo SIAC 94532 (14 unidades)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Enfoque teórico-práctico · trabajo autónomo entre encuentros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Formulación de pregunta, objetivos y título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Variables en la pregunta-problema.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Formulación de pregunta, objetivos y título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Formulación de pregunta, objetivos y título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Variables en la pregunta-problema.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Formulación de pregunta, objetivos y título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el día de clase es festivo colombiano → clase autónoma (actividad en el LMS).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producto del curso se construye desde el primer encuentro, no al cierre.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Formulación de pregunta, objetivos y título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Formulación de pregunta, objetivos y título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Formulación de pregunta, objetivos y título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Formulación de pregunta, objetivos y título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