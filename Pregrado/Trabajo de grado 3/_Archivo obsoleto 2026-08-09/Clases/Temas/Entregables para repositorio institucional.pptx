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ENTREGABLES PARA REPOSITORIO INSTITUCIONAL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formal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Entregables para repositorio institucional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Entregables para repositorio institucional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formal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Entregables para repositorio institucional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Entregables para repositorio institucional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Entregables para repositorio institucional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Entregables para repositorio institucional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