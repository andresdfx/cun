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DISEÑO DE INSTRUMENTO · DESARROLLO METODOLÓGICO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Trabajo de Grado 3 — Modelos de Innovación (Ing. Sistemas)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3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Sílabo SIAC 94532 (14 unidades)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Enfoque teórico-práctico · trabajo autónomo entre encuentros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Diseño de instrumento · desarrollo metodológico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Prototipado / obra-creación.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Diseño de instrumento · desarrollo metodológico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Diseño de instrumento · desarrollo metodológico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Prototipado / obra-creación.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Diseño de instrumento · desarrollo metodológico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 el día de clase es festivo colombiano → clase autónoma (actividad en el LMS).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 producto del curso se construye desde el primer encuentro, no al cierre.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Diseño de instrumento · desarrollo metodológico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Diseño de instrumento · desarrollo metodológico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Diseño de instrumento · desarrollo metodológico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Diseño de instrumento · desarrollo metodológico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