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PÓSTER · EVIDENCIAS · VERIFICACIÓN ANTIPLAGIO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Póster · evidencias · verificación antiplagio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Alistamiento para sustentación.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Póster · evidencias · verificación antiplagio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Póster · evidencias · verificación antiplagio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Alistamiento para sustentación.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Póster · evidencias · verificación antiplagio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el día de clase es festivo colombiano → clase autónoma (actividad en el LMS).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producto del curso se construye desde el primer encuentro, no al cierre.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Póster · evidencias · verificación antiplagio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Póster · evidencias · verificación antiplagio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Póster · evidencias · verificación antiplagio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Póster · evidencias · verificación antiplagio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