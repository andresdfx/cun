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EXPERIENCIA CREATIVA · ANÁLISIS DE DATOS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Experiencia creativa · análisis de datos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Socialización del avance.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Experiencia creativa · análisis de datos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Experiencia creativa · análisis de datos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Socialización del avance.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Experiencia creativa · análisis de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Experiencia creativa · análisis de datos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Experiencia creativa · análisis de datos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Experiencia creativa · análisis de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Experiencia creativa · análisis de datos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