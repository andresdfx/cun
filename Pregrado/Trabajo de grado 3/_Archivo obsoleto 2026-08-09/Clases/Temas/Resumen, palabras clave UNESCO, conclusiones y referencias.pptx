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Resumen, palabras clave UNESCO, conclusiones y referencias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Resumen, palabras clave UNESCO, conclusiones y 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Culminación del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Resumen, palabras clave UNESCO, conclusiones y ref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Resumen, palabras clave UNESCO, conclusiones y referencias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Culminación del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Resumen, palabras clave UNESCO, conclusiones y ref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Resumen, palabras clave UNESCO, conclusiones y ref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Resumen, palabras clave UNESCO, conclusiones y ref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Resumen, palabras clave UNESCO, conclusiones y ref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Resumen, palabras clave UNESCO, conclusiones y referencias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