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13 — SUSTENTACIÓN ANTE JURADOS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Trabajo de Grado 3 — Modelos de Innovación (Ing. Sistemas)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13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Sustentación ante jurados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Sustentación ante jurados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Defensa oral del proyecto.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Sustentación ante jurados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Defensa oral del proyecto.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ENFOQUE DE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Todo el encuentro gira en torno a: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Sustentación ante jurados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avance de hoy alimenta el mismo entregable del curso (no un taller aislado).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CDigital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13: Sustentación ante jurados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