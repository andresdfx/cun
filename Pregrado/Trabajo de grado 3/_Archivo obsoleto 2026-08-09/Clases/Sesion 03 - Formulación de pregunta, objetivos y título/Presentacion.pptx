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FORMULACIÓN DE PREGUNTA, OBJETIVOS Y TÍTULO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Formulación de pregunta, objetivos y título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 pregunta, objetivos y título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en la pregunta-problema.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Formulación de pregunta, objetivos y título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Formulación de pregunta, objetivos y título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