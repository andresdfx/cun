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14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Entregables para repositorio institucional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3 — Modelos de Innovación (Ing. Sistemas)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Fecha: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03/11/2026 · </a:t>
            </a:r>
            <a:r>
              <a:rPr sz="1500" b="1" i="0">
                <a:solidFill>
                  <a:srgbClr val="2B2B2B"/>
                </a:solidFill>
                <a:latin typeface="Calibri"/>
              </a:rPr>
              <a:t>Bloque: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U14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Horario: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Martes, 5:00 pm – 6:00 pm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Docente: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Julian Andres Castaño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 DE LA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 el tema oficial: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Entregables para repositorio institucional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Cierre formal del trabajo de grado.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Resolver dudas con Julian Andres Castaño y dejar clara la tarea hasta la próxima sesión.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14 · Julian Andres Castaño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Fuente: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Sílabo SIAC 94532 (14 unidades)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Entregables para repositorio institucional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Cierre formal del trabajo de grado.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en clase: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unidad/ACA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14 · Julian Andres Castaño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ACUERDOS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Si hoy fuera festivo, esta sesión se cursaría como clase autónoma en el LMS.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Canal de acompañamiento: Julian Andres Castaño · julian_castanoe@cun.edu.co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14 · Julian Andres Castaño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 de clase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el LMS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14 · Julian Andres Castaño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LA PRÓXIMA SESIÓN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(no “no entendí nada”: trae el párrafo o sección puntual).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46520"/>
            <a:ext cx="7772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 i="0">
                <a:solidFill>
                  <a:srgbClr val="8F989D"/>
                </a:solidFill>
                <a:latin typeface="Calibri"/>
              </a:rPr>
              <a:t>TRABAJO DE GRADO 3 · Sesión 14 · Julian Andres Castaño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· Sesión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Entregables para repositorio institucional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Docente: Julian Andres Castaño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