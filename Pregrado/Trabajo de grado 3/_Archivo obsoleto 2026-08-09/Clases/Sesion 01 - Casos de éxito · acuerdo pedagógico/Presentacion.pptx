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CASOS DE ÉXITO · ACUERDO PEDAGÓGICO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Casos de éxito · acuerdo pedagógico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Casos de éxito · acuerdo pedagógico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Presentación de contenidos de la materia.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Casos de éxito · acuerdo pedagógico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 contenidos de la materia.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Casos de éxito · acuerdo pedagógico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Casos de éxito · acuerdo pedagógico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