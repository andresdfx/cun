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14 — ENTREGABLES PARA REPOSITORIO INSTITUCIONAL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Entregables para repositorio institucional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Entregables para repositorio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formal del trabajo de grado (Syllabus U1–U14 completo).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Entregables para repositorio institucional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formal del trabajo de grado (Syllabus U1–U14 completo).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Entregables para repositorio institucional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14: Entregables para repositorio institucional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