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Resultados, discusión y relación con referentes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Resultados, discusión y relación con referentes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Resultados, discusión y relación con referentes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Hallazgos vs.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Resultados, discusión y relación con referentes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Resultados, discusión y relación con referentes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