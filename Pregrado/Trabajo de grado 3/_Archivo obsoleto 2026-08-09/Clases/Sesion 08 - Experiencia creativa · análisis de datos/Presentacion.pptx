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92608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914400"/>
            <a:ext cx="10911535" cy="1463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FFFFFF"/>
                </a:solidFill>
                <a:latin typeface="Calibri"/>
              </a:rPr>
              <a:t>SESIÓN 08 — EXPERIENCIA CREATIVA · ANÁLISIS DE DATOS</a:t>
            </a:r>
          </a:p>
          <a:p>
            <a:pPr algn="ctr">
              <a:spcBef>
                <a:spcPts val="1000"/>
              </a:spcBef>
            </a:pPr>
            <a:r>
              <a:rPr sz="1800" b="0" i="0">
                <a:solidFill>
                  <a:srgbClr val="CFDDEE"/>
                </a:solidFill>
                <a:latin typeface="Calibri"/>
              </a:rPr>
              <a:t>Trabajo de Grado 3 — Modelos de Innovación (Ing. Sistemas)</a:t>
            </a:r>
          </a:p>
        </p:txBody>
      </p:sp>
      <p:pic>
        <p:nvPicPr>
          <p:cNvPr id="5" name="Picture 4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320040"/>
            <a:ext cx="1737360" cy="120457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337560"/>
            <a:ext cx="10911535" cy="2926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Sesión 08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Experiencia creativa · análisis de datos</a:t>
            </a:r>
          </a:p>
          <a:p>
            <a:pPr>
              <a:spcAft>
                <a:spcPts val="800"/>
              </a:spcAft>
            </a:pPr>
            <a:r>
              <a:rPr sz="1500" b="1" i="0">
                <a:solidFill>
                  <a:srgbClr val="2B2B2B"/>
                </a:solidFill>
                <a:latin typeface="Calibri"/>
              </a:rPr>
              <a:t>Asignatura:</a:t>
            </a:r>
            <a:r>
              <a:rPr sz="1500" b="0" i="0">
                <a:solidFill>
                  <a:srgbClr val="2B2B2B"/>
                </a:solidFill>
                <a:latin typeface="Calibri"/>
              </a:rPr>
              <a:t> TRABAJO DE GRADO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OBJETIVOS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Comprender: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Experiencia creativa · análisis de datos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Socialización del avance.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Aplicar lo visto en un taller / avance concreto del entregable del curso.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Salir con dudas concretas y un avance observable.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CONTENIDO CLAVE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Tema: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Experiencia creativa · análisis de datos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Detalle: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Socialización del avance.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Explicación + ejemplo modelado + práctica guiada.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Trabajo autónomo: avance del entregable según la unidad / ACA correspondiente.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ENFOQUE DE HOY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40080" y="1737360"/>
            <a:ext cx="10911535" cy="713232"/>
          </a:xfrm>
          <a:prstGeom prst="roundRect">
            <a:avLst/>
          </a:prstGeom>
          <a:solidFill>
            <a:srgbClr val="E8F5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68680" y="1847088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ℹ️ Nota institucional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Todo el encuentro gira en torno a: </a:t>
            </a:r>
            <a:r>
              <a:rPr sz="1300" b="1" i="0">
                <a:solidFill>
                  <a:srgbClr val="2B2B2B"/>
                </a:solidFill>
                <a:latin typeface="Calibri"/>
              </a:rPr>
              <a:t>Experiencia creativa · análisis de datos</a:t>
            </a:r>
            <a:r>
              <a:rPr sz="1300" b="0" i="0">
                <a:solidFill>
                  <a:srgbClr val="2B2B2B"/>
                </a:solidFill>
                <a:latin typeface="Calibri"/>
              </a:rPr>
              <a:t>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679191"/>
            <a:ext cx="10911535" cy="713232"/>
          </a:xfrm>
          <a:prstGeom prst="roundRect">
            <a:avLst/>
          </a:prstGeom>
          <a:solidFill>
            <a:srgbClr val="FDECD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2788920"/>
            <a:ext cx="10454335" cy="4937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300" b="1" i="0">
                <a:solidFill>
                  <a:srgbClr val="0C2340"/>
                </a:solidFill>
                <a:latin typeface="Calibri"/>
              </a:rPr>
              <a:t>💡 Aclaración</a:t>
            </a:r>
          </a:p>
          <a:p>
            <a:pPr>
              <a:spcBef>
                <a:spcPts val="400"/>
              </a:spcBef>
            </a:pPr>
            <a:r>
              <a:rPr sz="1300" b="0" i="0">
                <a:solidFill>
                  <a:srgbClr val="2B2B2B"/>
                </a:solidFill>
                <a:latin typeface="Calibri"/>
              </a:rPr>
              <a:t>El avance de hoy alimenta el mismo entregable del curso (no un taller aislado).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ACTIVIDAD / TALLER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Aplica el concepto de hoy a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tu propio proyecto / propuesta / avance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Criterio de éxito: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sales con un borrador o evidencia parcial alineada al tema.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</a:t>
            </a:r>
            <a:r>
              <a:rPr sz="1600" b="1" i="0">
                <a:solidFill>
                  <a:srgbClr val="2B2B2B"/>
                </a:solidFill>
                <a:latin typeface="Calibri"/>
              </a:rPr>
              <a:t>Entregable:</a:t>
            </a:r>
            <a:r>
              <a:rPr sz="1600" b="0" i="0">
                <a:solidFill>
                  <a:srgbClr val="2B2B2B"/>
                </a:solidFill>
                <a:latin typeface="Calibri"/>
              </a:rPr>
              <a:t> avance en CDigital / plantilla APA según indique el docente.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C23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0"/>
            <a:ext cx="9082735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PARA CONTINUAR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691639"/>
            <a:ext cx="10911535" cy="4617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Completa el avance encargado hoy.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Lleva dudas concretas (el párrafo o sección puntual, no “no entendí nada”).</a:t>
            </a:r>
          </a:p>
          <a:p>
            <a:pPr>
              <a:spcAft>
                <a:spcPts val="10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–   Revisa la plantilla APA CUN si tu entregable es documental.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094415" y="6446520"/>
            <a:ext cx="5486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/>
            <a:r>
              <a:rPr sz="1000" b="1" i="0">
                <a:solidFill>
                  <a:srgbClr val="8F989D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074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logo_cun_sol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2895" y="5632704"/>
            <a:ext cx="1371600" cy="95097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40080" y="1737360"/>
            <a:ext cx="10911535" cy="10972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3400" b="1" i="0">
                <a:solidFill>
                  <a:srgbClr val="0C2340"/>
                </a:solidFill>
                <a:latin typeface="Calibri"/>
              </a:rPr>
              <a:t>Cierre — Sesión 08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017520"/>
            <a:ext cx="10911535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Sesión 08: Experiencia creativa · análisis de datos</a:t>
            </a:r>
          </a:p>
          <a:p>
            <a:pPr algn="ctr">
              <a:spcAft>
                <a:spcPts val="600"/>
              </a:spcAft>
            </a:pPr>
            <a:r>
              <a:rPr sz="1600" b="0" i="0">
                <a:solidFill>
                  <a:srgbClr val="2B2B2B"/>
                </a:solidFill>
                <a:latin typeface="Calibri"/>
              </a:rPr>
              <a:t>Siguiente encuentro: continúa el hilo del mismo entregable.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54880"/>
            <a:ext cx="1091153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2000" b="1" i="0">
                <a:solidFill>
                  <a:srgbClr val="007433"/>
                </a:solidFill>
                <a:latin typeface="Calibri"/>
              </a:rPr>
              <a:t>TRABAJO DE GRADO 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CUN</dc:creator>
  <cp:keywords/>
  <dc:description/>
  <cp:lastModifiedBy>CUN</cp:lastModifiedBy>
  <cp:revision>1</cp:revision>
  <dcterms:created xsi:type="dcterms:W3CDTF">2013-01-27T09:14:16Z</dcterms:created>
  <dcterms:modified xsi:type="dcterms:W3CDTF">2013-01-27T09:15:58Z</dcterms:modified>
  <cp:category/>
</cp:coreProperties>
</file>