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Formulación de pregunta, objetivos y título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18/08/2026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Formulación de pregunta, objetivos y título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Variables en la pregunta-problema.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3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Formulación de pregunta, objetivos y título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Variables en la pregunta-problema.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3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3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3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3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Formulación de pregunta, objetivos y título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