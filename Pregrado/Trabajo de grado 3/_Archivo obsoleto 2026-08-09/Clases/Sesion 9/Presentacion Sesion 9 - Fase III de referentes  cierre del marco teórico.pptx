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9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Fase III de referentes · cierre del marco teórico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29/09/2026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9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III de referentes · cierre del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9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9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9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9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