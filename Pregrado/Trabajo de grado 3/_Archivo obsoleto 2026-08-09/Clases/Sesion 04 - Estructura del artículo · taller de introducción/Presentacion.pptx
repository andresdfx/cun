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115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SESIÓN 04 — Estructura del artículo · taller de introducción</a:t>
            </a:r>
          </a:p>
          <a:p>
            <a:pPr algn="ctr">
              <a:spcBef>
                <a:spcPts val="1000"/>
              </a:spcBef>
            </a:pPr>
            <a:r>
              <a:rPr sz="1800" b="0" i="0">
                <a:solidFill>
                  <a:srgbClr val="CFDDEE"/>
                </a:solidFill>
                <a:latin typeface="Calibri"/>
              </a:rPr>
              <a:t>Trabajo de Grado 3 — Modelos de Innovación (Ing. Sistemas)</a:t>
            </a:r>
          </a:p>
        </p:txBody>
      </p:sp>
      <p:pic>
        <p:nvPicPr>
          <p:cNvPr id="5" name="Picture 4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737360" cy="12045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3337560"/>
            <a:ext cx="10911535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Sesión 04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Estructura del artículo · taller de introducción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TRABAJO DE GRADO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OBJETIVOS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Comprender: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Estructura del artículo · taller de introducción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Contexto, problema, pregunta y objetivos.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Aplicar lo visto en un taller / avance concreto del entregable del curso.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Salir con dudas concretas y un avance observable.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CONTENIDO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Estructura del artículo · taller de introducción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Detalle: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Contexto, problema, pregunta y objetivos.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Explicación + ejemplo modelado + práctica guiada.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autónomo: avance del entregable según la unidad / ACA correspondiente.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ENFOQUE DE HOY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713232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Todo el encuentro gira en torno a: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Estructura del artículo · taller de introducción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79191"/>
            <a:ext cx="10911535" cy="713232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El avance de hoy alimenta el mismo entregable del curso (no un taller aislado).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ACTIVIDAD / TALLER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 el concepto de hoy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tu propio proyecto / propuesta / avance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sales con un borrador o evidencia parcial alineada al tema.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Entregable: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avance en CDigital / plantilla APA según indique el docente.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PARA CONTINUAR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Completa el avance encargado hoy.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Lleva dudas concretas (el párrafo o sección puntual, no “no entendí nada”).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Revisa la plantilla APA CUN si tu entregable es documental.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 — Sesión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Sesión 04: Estructura del artículo · taller de introducción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Siguiente encuentro: continúa el hilo del mismo entregable.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TRABAJO DE GRADO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