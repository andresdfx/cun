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COMUNIDADES DE PRÁCTICA Y CO-CREACIÓN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Comunidades de práctica y co-creación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aislamiento es el peor enemigo del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cambiamos de ritmo: su proyecto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sale de la burbuja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expone a otros ojos.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proyectos que se caen en la sustentación casi nunca se caen por falta de esfuerzo: se caen porque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los miró 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autor deja de ver los huecos de su propio texto después de la tercera lectura. Es un efecto conocido y le pasa a todo el mundo.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compañero que no conoce su tema detecta en tres minutos lo que usted no vio en tres semanas.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"No entendí qué mide su instrumento" dicho hoy vale oro; dicho por un jurado, cuesta la nota.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grupo de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comunidad de práctica: personas distintas trabajando el mismo oficio de investigar.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reto de la sesión: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nutrirse sin perder autoría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Recibir mucho, registrar todo, seguir siendo el autor.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su avance a la mano —matriz, instrumento o prototipo—: hoy se muestra, no se cuenta.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una comunidad de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Concepto popularizado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Wenger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grupo de personas que comparte un interés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aprende junto al hacer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cualquier grupo. Tiene tres ingredientes: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Dominio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tema común que a todos les importa. Aquí: investigar y escribir un artículo de grado.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Comunidad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 interactúa de verdad: se pregunta, se responde, se discute. Un chat mudo no es comunidad.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Práctica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 comparten recursos, plantillas, trucos y errores. Lo que uno aprende, el otro no lo repite.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grupo de trabajo con un entregable común: aquí cada quien mantiene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proyecto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autoría.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club de elogios: si todos dicen "está muy bien", la comunidad no está funcionando.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Ingeniería esto ya existe y usted lo usa: foros de desarrolladores, repositorios abiertos, comunidades de una tecnología. Es lo mismo, aplicado a la investigación.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Co-creación vs. copia: la línea que no se cruza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4217904"/>
                <a:gridCol w="412621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Situación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Co-crear (correcto)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Copiar (falta grave)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compañero le sugiere una idea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adapta a su proyecto y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registra en la bitácora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"aporte de X"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usa como propia y no la menciona en ninguna parte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Encuentra una frase perfecta en un artículo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cita entre comillas con autor, año y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pega en su texto y le cambia dos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 una figura útil en otro trabajo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Rehace su propia versión y cita la fuente de origen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Le pone captura de pantalla sin decir de dónde salió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Trabaja con un compañero en el mismo escenario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Cada uno escribe su artículo y declara qué se compartió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Entregan textos con párrafos idénticos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Usa una plantilla o un script de un tercero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Declara la fuente y explica qué modificó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presenta como desarrollo propio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diferencia práctica es sencilla: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co-crear se declara, copiar se esconde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Todo lo que hoy registre en la bitácora es lo que después lo protege.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feedback vago no sirve — hay que pedirlo bien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"Opinen sobre mi proyecto" produce siempre la misma respuesta: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"está bien"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Y eso no le sirve para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problema no es la gente: es que usted no le dio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algo concreto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qué opinar.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que el feedback sirva hay que hacer dos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Dar contexto suficiente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que el otro entienda el proyecto en pocos minutos.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Terminar con un pedido específico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"necesito que me digan si mi instrumento realmente mide el tiempo de despliegue".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pedido específico convierte una conversación de cortesía en una asesoría de verdad.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feedback vago no sirve — hay que pedirlo bien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Ejemplos de pedidos que funcionan: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"¿Se entiende mi pregunta sin que yo la explique?"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"¿Alguno de estos 10 ítems les parece que no responde a ninguno de mis objetivos?"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"¿Este título les suena a lo que acabo de contar, o suena a otro proyecto?"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pitch de 3 minutos, bloque por bloque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0645"/>
                <a:gridCol w="1192016"/>
                <a:gridCol w="3117581"/>
                <a:gridCol w="440129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Segundos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dice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dolor concreto, con actor y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"En el área de TI los despliegues toman 42 minutos y tienen 6 pasos manuales."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se propone responder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"Me pregunto en qué medida automatizar las pruebas reduce ese tiempo y los errores."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Dónde va hoy: método, instrumento, prototipo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"Ya tengo la matriz de consistencia y una bitácora de 6 campos."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Pedido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necesita del otro, en una sola frase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"Necesito que me digan si esa bitácora mide de verdad el tiempo de despliegue."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60 segundos del pedido son los más valiosos y son los que casi todo el mundo se salta. Practíquelos con cronómetro: en la sustentación el tiempo también es nota.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pitch con cronómetro corriendo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Segundo 0 a 30 (problema):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"En el área de TI de la organización, cada despliegue a producción toma 42 minutos y exige seis pasos manuales. Cuando alguien se equivoca en un paso, el error llega a producción."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Segundo 30 a 60 (pregunta y objetivos):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"Me pregunto en qué medida la automatización de pruebas reduce el tiempo de despliegue y los errores. Para eso caracterizo el proceso actual, diseño la automatización y comparo antes y después."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Segundo 60 a 120 (avance):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"Ya tengo la matriz de consistencia con tres filas y un instrumento: una bitácora con fecha de inicio, fecha de fin, pasos manuales e incidencias de las 24 horas siguientes. El prototipo va en la primera iteración."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Segundo 120 a 180 (pedido concreto):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"Lo que necesito de ustedes es específico: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¿esta bitácora mide de verdad el tiempo de despliegue, o me está faltando un campo?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necesito opiniones sobre el tema; necesito eso."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pasó: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pedir algo específico, las respuestas dejaron de ser "está bien" y se volvieron accionables.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Uno dijo: "le falta registrar si el despliegue fue exitoso o se devolvió". Ese campo faltaba de verdad.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Feedback vago vs. feedback accionable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0807"/>
                <a:gridCol w="3025887"/>
                <a:gridCol w="51348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suele decirse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sirve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decirlo para que sirva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"Está muy bien, me gustó"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se puede hacer nada con 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"El objetivo 2 me quedó claro; el 3 no entendí qué va a comparar"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"Le falta profundidad"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dice dónde ni de qué tipo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"En el problema no dijo cuántas personas afecta ni con qué frecuencia"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"Yo lo haría distinto"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Habla del otro proyecto, no del suyo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"Con su alcance descriptivo, la comparación antes/después va a costar; ¿lo tuvo en cuenta?"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"Está muy largo"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indica qué sobra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"Los primeros 40 segundos fueron contexto general; empiece en el dato de los 42 minutos"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Fórmula para dar feedback: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"Cuando dijo X, yo entendí Y; si su intención era Z, considere W."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Describe lo que le pasó a usted como oyente, no juzga a la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bitácora de co-creación: su evidencia y su blindaje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reciba hoy se registra. No de memoria: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escrito y en el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Cuatro columnas, ni una más: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Aporte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le dijeron, en una frase concreta.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 quién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nombre de quien lo aportó, o la fuente si vino de un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adoptar, adaptar o descartar. Las tres son válidas.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razón de su decisión. Esta columna es la que demuestra que usted pensó.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Descartar es una decisión legítima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bien vista, siempre que esté justificada: "lo descarto porque no responde a ninguno de mis objetivos".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bitácora de co-creación: su evidencia y su blindaje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sirve esta bitácora, en concreto: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 del proceso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hace parte de lo que se evalúa en el componente de proceso del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Protege su autoría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deja negro sobre blanco qué fue aporte externo y qué fue decisión suya.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 da material real para la sección de agradecimientos y para responder al jurado cuando pregunte cómo evolucionó el proyecto.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Bitácora de co-creación — ejemplo con tres filas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67742"/>
                <a:gridCol w="1833871"/>
                <a:gridCol w="1742177"/>
                <a:gridCol w="366774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Aporte recibido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quién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Decisión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"Agregue un campo de incidencias en producción a la bitácora"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Compañera de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Adopto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Cubre el objetivo 3, que tenía flojo el instrumento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"Cambie la encuesta por entrevistas a los desarrolladores"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Compañero de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Adapto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Mantengo la bitácora, pero agrego 2 entrevistas cortas para entender el porqué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"Amplíe el estudio a toda la empresa"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Compañero de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Descarto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Excede el alcance del semestre y mi pregunta se limita a un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Fíjese que la columna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Por qué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siempre se amarra a un objetivo o al alcance. Ese es el criterio para decidir, no el gusto ni la simpatía.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"Le pido feedback al grupo y me dicen 'está bien'." — Ese es un síntoma de mal pedido, no de mal grupo. Haga un pedido concreto después de un pitch de 3 minutos.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"Un compañero me dio una idea buenísima, la uso y ya." — Regístrela en la bitácora como aporte de esa persona. Co-crear no es apropiarse.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"Me defiendo de cada comentario que me hacen." — Ponerse a la defensiva cierra puertas y la gente deja de decirle lo que necesita oír.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Primero anote, después decida.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"No anoto nada de la socialización." — Sin bitácora no hay evidencia del proceso ni protección de su autoría. Lo que no se registra, no ocurrió.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"¿Y si me dicen algo que está equivocado?" — Lo registra igual y anota 'descarto, porque…'. Su criterio también es parte del proceso y se evalúa.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— cómo se organiza la socialización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Ármense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parejas o tríos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Con más de tres personas nadie alcanza a hablar.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Abran un cronómetro visible (el del celular sirve). Los 3 minutos se respetan: es entrenamiento para la sustentación.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Turno 1: uno da su pitch completo.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demás no interrumpen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solo escuchan y anotan.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Terminado el pitch, los oyentes responden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primero al pedido concreto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solo después agregan otras observaciones.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que expuso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discute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agradece y anota literal. La discusión interna viene después, al decidir.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Rotan y repiten hasta que todos hayan expuesto.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quien llena su bitácora con las cuatro columnas,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mientras todavía recuerda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le dijeron.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el grupo quiere dejar el intercambio visible, publiquen problema y propuesta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cinco líneas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tablero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cada uno comenta el de otro.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Padlet es gratis, funciona en el navegador y deja la evidencia lista para adjuntar.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Pitch de 3 minutos y bitácora de co-creación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 20 minutos.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parejas o tríos, por turnos. Entregable individual: `S06_CoCreacion_Apellido`.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Dé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3 minutos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 estructura problema → pregunta → avance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pedido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Cuando le toque escuchar, dé feedback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sobre lo que el compañero pidió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sobre sus gustos.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Registre en su documento: el pedido que hizo,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aprendizajes accionables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recibió, y qué decide con cada uno (adoptar / adaptar / descartar)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su razón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(así se verifica):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bitácora deja claro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es aporte externo y qué es decisión propia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una razón en cada caso.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Ninguno de los tres aprendizajes está redactado como "me dijeron que estaba bien".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pitch cupo en los 3 minutos y terminó en un pedido específico, no en "bueno, eso es todo".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Mientras trabajan,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el Docente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modera los turnos y corta a los 3 minutos exactos. Pasarse de tiempo hoy es gratis; en la sustentación, 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Pedido: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¿mi pedido fue una pregunta concreta y respondible, o fue un 'opinen'? ¿lo dejé escrito textual en el documento?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Aprendizajes: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¿tengo tres y son accionables? Un aprendizaje accionable se puede convertir en una tarea concreta esta misma semana.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Decisiones: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¿cada aporte tiene su decisión (adoptar/adaptar/descartar) y su razón? ¿la razón se amarra a un objetivo o al alcance del proyecto?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a CDigital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Autoría: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¿queda claro en mi bitácora qué idea vino de quién? Si mañana alguien pregunta de dónde salió un cambio, ¿puedo mostrarlo?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Actitud: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en toda la sesión no anotó ni una sola observación crítica, o no expuso de verdad, o se estuvo defendiendo. Vuelva a intentarlo con otro compañero.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`S06_CoCreacion_Apellido` con su bitácora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 (extensión de la sesión):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Aplique de verdad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aportes que marcó como "adopto" o "adapto". Una bitácora sin cambios en el documento es papel mojado.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persona externa al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—del área donde investiga, o de otro semestre— y repítale el pitch de 3 minutos. El feedback de afuera es distinto.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la bitácora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abierta y viva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cada vez que reciba un aporte de aquí en adelante, agregue una fila.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marco lo permite, busque en Google Académico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referente sobre comunidades de práctica o co-creación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agréguelo a sus fichas.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pasamos 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experiencia creativa y el análisis de 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cómo convertir datos en bruto en hallazgos que respondan a sus objetivos.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lo que haya recogido con su instrumento, aunque sean pocos registros: con eso se trabaja.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Comunidades de práctica y co-creación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