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112.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TRABAJO DE GRADO 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semanal para cerrar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quince encuentros. TG3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termina lo que usted viene construyendo desde el semestre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publica y avanza la sección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criterio y ejemplo en pocos minutos, y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sobre su documento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Aquí se corrige texto,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vigente (una sola, no cinco copias).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 como va hoy, con el conteo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“esta discusión no dialoga con los autores”, no “ayúdeme con el artículo”.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calendario aprieta al final: quien avanza una sección por semana llega a sustentar con dominio; quien deja todo para el cierre, sustenta lo que alcanzó a leer.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artículo, sustentación y 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TG3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cosas encadenadas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las tres se anuncian hoy para que nadie se entere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Un artículo resultado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revisión bibliográfica amplia (el Syllabus habla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50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extensión no inferior a 4.000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Una sustentación ante jurados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defensa oral de su trabajo, no una lectura de diapositivas.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La carga al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entregables que exija el instructivo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opción de grado incluye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(prototipo, sistema, modelo, dataset), el producto no reemplaza al artículo: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 e investiga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dentro de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lo que queda publicado con su nombre. Un artículo bien hecho se muestra en una entrevista, se cita y abre la puerta a posgrado.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alimenta ese mismo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talleres isla.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y número de referencias son mínimos del Syllabus 94532, no metas opcionales. Se alcanzan sumando cada semana, nunca la última.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escribir el artículo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Tres tramos: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escribir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artículo (02–10),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alistar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póster y antiplagio (11)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defender y cerrar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(12–15).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 pregunta, objetivos y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definitivos, con variables visibles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artículo · taller de 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de 3–4 párrafos en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 de referentes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Primeras fichas y mapa de literatura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de instrumento · desarrollo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Método e instrumento coherentes con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 y co-creación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Experiencia creativa · análisis de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hallazgos con lectura escrita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III de referentes · cierre del 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cerrado, sin huecos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cerrar, defender y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discusión y relación con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Borrador de 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Resumen, palabras clave UNESCO, conclusiones y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de punta a punta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· evidencias · verificación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una página y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presentada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Entregables para repositorio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Paquete final verificado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finales · seguimiento post-sustentación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Correcciones del jurado incorporadas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 administrativo · recepción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cargado y confirmado como recibido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plazo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recepción y cierre varía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consúltelo en la Presentación del Curso y anótelo hoy en su calendario.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deja por escrito hoy,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del artículo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 abierta en Google Docs, con referencias en APA 7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entrega, se comenta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entregado. Sin texto entregado no hay corrección posible.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prepara desde ahora, no la semana anterior; el guion de defensa nace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formalismo: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300968"/>
                <a:gridCol w="3209275"/>
                <a:gridCol w="357604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Retoma del proyecto: pregunta, objetivos y título definitivos + estructura del artículo e introducción en plantilla APA CUN.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repetir el TG2 sin revisarlo · Bueno: pregunta afinada, con lo reutilizado y lo reescrito ya decidido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Referentes, método e instrumento; marco cerrado y primeros hallazgos escritos.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50 referencias listadas y ninguna citada · Bueno: cada sección se apoya en la anterior y las fuentes se usan como argumento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artículo,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(resultados, discusión, conclusiones y referencias), póster, antiplagio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leer diapositivas y no saber por qué eligió ese método · Bueno: contar el trabajo en 10 minutos y responder preguntas difíciles con calma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sustentación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tiene ítem propio en el libro de calificaciones: es requisito del programa y se prepara con el mismo artículo que califica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Pesos: slide «CÓMO SE EVALÚA».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ACA Final, la autoevaluación y la coevaluación cierran en fechas distintas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revíselas en la Presentación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artículo es un texto que crece, no una carpeta de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cada entrega `SNN_Tema_Apellido`. Ejemplo: `S03_Introduccion_Perez`.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cuestionarios que se resuelven en el aula dentro de su ventana, iguales para los tres grupos.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ACA Final y la auto/coevaluación cierran por grupo.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suyo en la Presentación del Curso y anótelo hoy en su calendario.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aquí sí pasa por antiplagio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ideas, datos, tablas, figuras, código y su propio texto de semestres anteriores.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cita textual es la excepción, y siempre con página.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Reutilizar su trabajo de TG2 sin declararlo (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este curso el documento pasa por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 antiplagio institucional del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la sustentación: no es una amenaza, es un paso del cronograma.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Docente confirma hoy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cómo opera esa revisión en este periodo y si el curso pide adjuntar algún informe.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en opción de grado el costo es la titulación, no una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Con 50 referencias, reconstruir de memoria es imposible.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pulir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y esa bibliografía va al repositorio institucional. Además, frente a jurados usted defiende cada párrafo: lo que no pueda explicar en voz alta se nota en un minuto.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5226533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antiplagio institucional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referentes, ver “citado por” y cerrar huecos del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de referentes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y ordenar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Slides / Canva free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divulgación y apoyo visual de la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Alistamiento y defensa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preguntado y lo respondido.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revisión uno a uno se hace sobre su documento. Llegue con la sección abierta y el párrafo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la discusión?”.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este hallazgo y estos dos autores que dicen lo contrario: ¿cómo lo escribo sin contradecirme?”.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trámites de sustentación y repositorio,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pregunte temprano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pasos administrativos no se resuelven la víspera.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diapositivas: en una hora semanal, diez minutos tarde son la sexta parte de la clase.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proyectan borradores reales, propios y ajenos;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texto a medio hacer: para eso venimos.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Retroalimentación exigente y respetuosa.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trabajo, nunca a la persona, y siempre con una propuesta concreta. Así es exactamente como pregunta un jurado.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a estas alturas, salvo fuerza mayor hablada con el Docente. TG3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culmina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proyecto: cambiarlo aquí es no llegar a sustentar.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“¿50 referencias no es imposible?”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No: se arrastran las de TG2 y se suman las nuevas cada semana. Lo imposible es reunirlas la última semana.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“¿Me sirve lo de TG2?”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Sí: se reutiliza lo bueno y se reescribe lo débil.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“¿La sustentación es en vivo y ante quién?”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Ante jurados, en la fecha que fije su grupo. Se prepara desde ahora: cada sesión escrita es material de esa defensa.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casos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retomar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(contexto y planteamiento).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Arme su matriz de 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`S01_AcuerdoRetoma_Apellido`, con tres columnas: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Reutilizo tal cual · Reescribo · Creo de 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sección por sección de lo que trae de TG2.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Cuente sus referencias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cuántas están citadas hoy en el cuerpo y cuántas le faltan.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los enunciados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`Clases/Recursos/ACAs/` (artículo y sustentación): traen la ventana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grupo.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Cuente las referencias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citadas en el cuerpo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las de la lista final: esa diferencia es el trabajo real que queda por delante.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(Casos de éxito · retomar proyecto · contexto y planteamiento)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