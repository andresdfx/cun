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 (EV05)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Proceso académico (artículo)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 (EXAM)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57599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tramos: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escribir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alistar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ACAs: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934194"/>
                <a:gridCol w="2934194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 / el jurado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 · EV05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(proceso académico)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y sus avances por sesión: introducción, marco, método, resultados, discusión y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de cabo a rabo (problema → pregunta → objetivos → método → resultados → discusión) y referencias realmente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citada; resultados que no responden la pregunta · Bueno: cada sección se apoya en la anterior y la discusión dialoga con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 · EXAM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(sustentación)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oral ante jurados, con el apoyo visual y las evidencias que pida 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propio trabajo: que explique decisiones, límites y hallazgos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Enunciados completos,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 grupo: `Clases/Recursos/ACAs/` y CDigital. La defensa pesa tanto como todo el trabajo escrito: no se improvisa.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 y cierre varían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Padlet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donde nos presentamos como grupo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Dónde: material de la Sesión 01 en CDigital —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 de las ACAs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las fechas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