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PRESENTACIÓN DEL CURSO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Sesión de encuadre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Hoy: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curso · el Docente · ustedes · las ACAs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AGENDA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Sesión de encuadre — hoy no vemos tema; el contenido arranca en la Sesión 02.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curso: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qué se trata, cómo trabajamos y qué se llevan al final.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Docente: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quién los acompaña y cómo contactarlo.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Ustedes: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nos presentamos en el tablero colaborativo.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Las ACAs: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se entrega, cuánto pesa y dónde se sube.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Acuerdos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trabajo y el primer encargo autónomo.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148840"/>
            <a:ext cx="8991295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Ingeniero de Sistemas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Líder Técnico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Speaker Tecnológico</a:t>
            </a:r>
          </a:p>
        </p:txBody>
      </p:sp>
      <p:pic>
        <p:nvPicPr>
          <p:cNvPr id="5" name="Picture 4" descr="gmail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160520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39" y="4142232"/>
            <a:ext cx="848837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007433"/>
                </a:solidFill>
                <a:latin typeface="Calibri"/>
              </a:rPr>
              <a:t>julian_castanoe@cun.edu.co</a:t>
            </a:r>
          </a:p>
        </p:txBody>
      </p:sp>
      <p:pic>
        <p:nvPicPr>
          <p:cNvPr id="7" name="Picture 6" descr="logo_cun_s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523586"/>
            <a:ext cx="1463040" cy="1014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PRESÉNTATE — ROMPEHIELOS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Preséntate: quién eres y qué esperas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58521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Escanea o abre: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https://padlet.com/andres_dfx/cun-wruz81hmf9k06gd7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En un post-it escribe: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nombre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expectativa del curso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tema de interés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(1 frase).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Tablero oficial: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Padlet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(mismo enlace en los 5 cursos).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Ahora (~7 min). Leemos juntos 3–4 notas (sin juzgar).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2927" y="1993391"/>
            <a:ext cx="3328415" cy="38862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presentacion_estudi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655" y="210312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32927" y="5230367"/>
            <a:ext cx="332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C2340"/>
                </a:solidFill>
                <a:latin typeface="Calibri"/>
              </a:rPr>
              <a:t>Escanea o abre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2927" y="5468112"/>
            <a:ext cx="3328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433"/>
                </a:solidFill>
                <a:latin typeface="Calibri"/>
              </a:rPr>
              <a:t>https://padlet.com/andres_dfx/cun-wruz81hmf9k06gd7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ACAs — QUÉ SE EVALÚA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Entrega oficial: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CDigital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3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93453"/>
                <a:gridCol w="7763976"/>
                <a:gridCol w="115410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entregas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1 (EV05)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Proceso académico (artículo)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2 (EXAM)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Sustentación ante jurados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657599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Enunciado completo y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fechas exactas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`Clases/Recursos/ACAs/` y la Presentación del Curso.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Entrega oficial: CDigital.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Lo que no esté ahí, no está entregado.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Traer el avance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escrito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 cada encuentro: se trabaja sobre lo que ya existe.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21024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Integridad académica: citar siempre en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APA 7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El plagio tiene debido proceso.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Lectura autónoma: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U1–U2 (Casos de éxito · retomar proyecto · contexto y planteamiento) — la retomamos al abrir la Sesión 02.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Revisar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completa (fechas, evaluación, contenido de todas las sesiones).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Abrir el enunciado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ACA 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`Clases/Recursos/ACAs/` y leerlo entero.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Ya sabemos qué haremos, cómo se evalúa y quién es quién.</a:t>
            </a:r>
          </a:p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B2B2B"/>
                </a:solidFill>
                <a:latin typeface="Calibri"/>
              </a:rPr>
              <a:t>Sesión 02: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arranca el contenido del curso.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