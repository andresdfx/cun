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las ACAs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ACAs: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entrega, cuánto pesa y dónde se sube.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ACAs — QUÉ SE EVALÚA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Entrega oficial: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93453"/>
                <a:gridCol w="7763976"/>
                <a:gridCol w="11541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1 (EV05)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Proceso académico (artículo)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ACA 2 (EXAM)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657599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 completo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`Clases/Recursos/ACAs/` y la Presentación del Curso.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semanal para cerrar 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quince encuentros. TG3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termina lo que usted viene construyendo desde el semestre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publica y avanza la sección de la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criterio y ejemplo en pocos minutos, y luego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sobre su documento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Aquí se corrige texto, no se toma dictado.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vigente (una sola, no cinco copias).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tal como va hoy, con el conteo real.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“esta discusión no dialoga con los autores”, no “ayúdeme con el artículo”.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calendario aprieta al final: quien avanza una sección por semana llega a sustentar con dominio; quien deja todo para el cierre, sustenta lo que alcanzó a leer.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artículo, sustentación y repositorio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TG3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cosas encadenadas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las tres se anuncian hoy para que nadie se entere en la recta final: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Un artículo resultado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revisión bibliográfica amplia (el Syllabus habla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menos 50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 y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extensión no inferior a 4.000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Una sustentación ante jurados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defensa oral de su trabajo, no una lectura de diapositivas.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La carga al repositorio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entregables que exija el instructivo del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opción de grado incluye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(prototipo, sistema, modelo, dataset), el producto no reemplaza al artículo: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documenta e investiga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dentro de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es lo que queda publicado con su nombre. Un artículo bien hecho se muestra en una entrevista, se cita y abre la puerta a posgrado.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sesión alimenta ese mismo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talleres isla.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y número de referencias son mínimos del Syllabus 94532, no metas opcionales. Se alcanzan sumando cada semana, nunca la última.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escribir el artículo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las ACAs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 pregunta, objetivos y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 definitivos, con variables visibles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artículo · taller de introducción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 de 3–4 párrafos en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 de referentes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Primeras fichas y mapa de literatura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de instrumento · desarrollo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Método e instrumento coherentes con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Comunidades de práctica y co-creación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de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Experiencia creativa · análisis de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 de hallazgos con lectura escrita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 III de referentes · cierre del marco teórico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cerrado, sin huecos pendientes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tramos: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escribir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el artículo (02–10),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alistar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póster y antiplagio (11)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defender y cerrar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(12–15).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cerrar, defender y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Resultados, discusión y relación con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Borrador de resultados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Resumen, palabras clave UNESCO, conclusiones y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completo de punta a punta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· evidencias · verificación antiplagio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una página y revisión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 ante jurados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Defensa presentada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Entregables para repositorio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Paquete final verificado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Ajustes finales · seguimiento post-sustentación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Correcciones del jurado incorporadas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 administrativo · recepción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cargado y confirmado como recibido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plazo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recepción y cierre varía según su grupo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consúltelo en la Presentación del Curso y anótelo hoy en su calendario.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deja por escrito hoy,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del artículo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 abierta en Google Docs, con referencias en APA 7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entrega, se comenta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entregado. Sin texto entregado no hay corrección posible.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prepara desde ahora, no la semana anterior; el guion de defensa nace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formalismo: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dos ACAs: qué se entrega y qué se mira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7258"/>
                <a:gridCol w="2934194"/>
                <a:gridCol w="2934194"/>
                <a:gridCol w="302588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entrega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mira el Docente / el jurado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 · EV05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(proceso académico)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artículo y sus avances por sesión: introducción, marco, método, resultados, discusión y referencias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Coherencia de cabo a rabo (problema → pregunta → objetivos → método → resultados → discusión) y referencias realmente citadas en 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50 referencias listadas y ninguna citada; resultados que no responden la pregunta · Bueno: cada sección se apoya en la anterior y la discusión dialoga con autores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2 · EXAM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(sustentación)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Defensa oral ante jurados, con el apoyo visual y las evidencias que pida 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Dominio del propio trabajo: que explique decisiones, límites y hallazgos sin leer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leer diapositivas y no saber por qué eligió ese método · Bueno: contar el trabajo en 10 minutos y responder preguntas difíciles con calma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337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Enunciados completos, criterios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por grupo: `Clases/Recursos/ACAs/` y CDigital. La defensa pesa tanto como todo el trabajo escrito: no se improvisa.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artículo es un texto que crece, no una carpeta de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cada entrega `SNN_Tema_Apellido`. Ejemplo: `S03_Introduccion_Perez`.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lo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Recepción y cierre varían por grupo.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el suyo en la Presentación del Curso y anótelo hoy en su calendario.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aquí sí pasa por antiplagio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ideas, datos, tablas, figuras, código y su propio texto de semestres anteriores.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La cita textual es la excepción, y siempre con página.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Reutilizar su trabajo de TG2 sin declararlo (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En este curso el documento pasa por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herramienta antiplagio institucional del campus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la sustentación: no es una amenaza, es un paso del cronograma.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Docente confirma hoy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cómo opera esa revisión en este periodo y si el curso pide adjuntar algún informe.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en opción de grado el costo es la titulación, no una nota.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Con 50 referencias, reconstruir de memoria es imposible.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pulir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y esa bibliografía va al repositorio institucional. Además, frente a jurados usted defiende cada párrafo: lo que no pueda explicar en voz alta se nota en un minuto.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5226533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antiplagio institucional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artículo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referentes, ver “citado por” y cerrar huecos del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Fases de referentes y discusión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y discusión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y ordenar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Slides / Canva free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Póster de divulgación y apoyo visual de la sustentación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Alistamiento y defensa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preguntado y lo respondido.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revisión uno a uno se hace sobre su documento. Llegue con la sección abierta y el párrafo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la discusión?”.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este hallazgo y estos dos autores que dicen lo contrario: ¿cómo lo escribo sin contradecirme?”.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trámites de sustentación y repositorio,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pregunte temprano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pasos administrativos no se resuelven la víspera.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diapositivas: en una hora semanal, diez minutos tarde son la sexta parte de la clase.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proyectan borradores reales, propios y ajenos;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texto a medio hacer: para eso venimos.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Retroalimentación exigente y respetuosa.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trabajo, nunca a la persona, y siempre con una propuesta concreta. Así es exactamente como pregunta un jurado.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a estas alturas, salvo fuerza mayor hablada con el Docente. TG3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culmina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 proyecto: cambiarlo aquí es no llegar a sustentar.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“¿50 referencias no es imposible?”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No: se arrastran las de TG2 y se suman las nuevas cada semana. Lo imposible es reunirlas la última semana.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“¿Me sirve lo de TG2?”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Sí: se reutiliza lo bueno y se reescribe lo débil.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“¿La sustentación es en vivo y ante quién?”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Ante jurados, en la fecha que fije su grupo. Se prepara desde ahora: cada sesión escrita es material de esa defensa.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U1 y U2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Syllabus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casos de éxito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retomar el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(contexto y planteamiento).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dictaron: se leen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retoman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Arme su matriz de herencia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`S01_AcuerdoRetoma_Apellido`, con tres columnas: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Reutilizo tal cual · Reescribo · Creo de cero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sección por sección de lo que trae de TG2.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Cuente sus referencias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cuántas están citadas hoy en el cuerpo y cuántas le faltan.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los enunciados de las ACAs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`Clases/Recursos/ACAs/`, con las fechas de su grupo.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Cuente las referencias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citadas en el cuerpo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las de la lista final: esa diferencia es el trabajo real que queda por delante.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(Casos de éxito · retomar proyecto · contexto y planteamiento)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el enunciado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 y leerlo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