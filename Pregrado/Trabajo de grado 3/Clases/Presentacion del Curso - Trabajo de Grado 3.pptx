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(hasta 22 nov).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TRES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18/08/2026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15/09/2026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22/09/2026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32% + Quiz 3 4% + Autoevaluación 2% + Coevaluación 2%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(mar).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07/11/2026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25/08/2026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13/10/2026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07/11/2026 (54450) · 14/11/2026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15/11/2026 (54450) · 22/11/2026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15/11/2026 (54450) · 22/11/2026 (54466/54467)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cortes 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el libro de calificaciones del aula (el Syllabus SIAC 94532 declaraba «corte único 100%»: manda el aula).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(2%,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(2%,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https://cdigital.cun.edu.co/course/view.php?id=112321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