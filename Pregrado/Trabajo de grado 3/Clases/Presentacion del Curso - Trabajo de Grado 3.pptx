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TRABAJO DE GRADO 3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Modelos de Innovación — Ingeniería de Sistemas · Código 94532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Periodos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26P04 / 26V04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desde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Martes, 5:00 pm – 6:00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54450 / 54466 / 54467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BLOQUE UNICO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martes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Post-it: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del artículo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 + expectativa del semestre.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TRABAJO DE GRADO 3?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Culminación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opción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artículo resultado de investigación (o obra-creación) + sustentación.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Prerrequisito: Opción de grado II.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Artículo con revisión rigurosa (≥ 50 referencias; extensión no inferior a 4.000 palabras, según Syllabus).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32 h con docente + 64 h de trabajo autónomo.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Formulación de pregunta, objetivos y título.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Estructura del artículo · taller de introducción.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Fase I de referentes de investigación.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Diseño de instrumento · desarrollo metodológico.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Comunidades de práctica y co-creación.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7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Experiencia creativa · análisis de datos.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8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Fase III de referentes · cierre del marco teórico.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0147" y="1627632"/>
            <a:ext cx="5341467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9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Resultados, discusión y relación con referentes.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10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Resumen, palabras clave UNESCO, conclusiones y referencias.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11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Póster · evidencias · verificación antiplagio.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12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Sustentación ante jurados.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13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Entregables para repositorio institucional.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14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Ajustes finales · seguimiento post-sustentación.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100" b="1" i="0">
                <a:solidFill>
                  <a:srgbClr val="2B2B2B"/>
                </a:solidFill>
                <a:latin typeface="Calibri"/>
              </a:rPr>
              <a:t>Sesión 15</a:t>
            </a:r>
            <a:r>
              <a:rPr sz="1100" b="0" i="0">
                <a:solidFill>
                  <a:srgbClr val="2B2B2B"/>
                </a:solidFill>
                <a:latin typeface="Calibri"/>
              </a:rPr>
              <a:t> — Cierre administrativo · recepción (hasta 22 nov).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CORTE ÚNICO 100%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Art. 52 · 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día de clase 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5355183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520887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EV05  ·  50%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5355183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513572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10/08/2026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4715103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513572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22/09/2026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431" y="2011679"/>
            <a:ext cx="5355183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9583" y="2084831"/>
            <a:ext cx="520887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EXAM  ·  50%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2670048"/>
            <a:ext cx="5355183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6159" y="2880359"/>
            <a:ext cx="513572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29/09/2026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6471" y="3794759"/>
            <a:ext cx="4715103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6159" y="3977639"/>
            <a:ext cx="513572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10/11/2026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EV05 50% + EXAM 50%. Enunciados: Clases/Recursos/ACAs/. Cierre grupos 54466/54467: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22/11/2026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; grupo 54450: </a:t>
            </a:r>
            <a:r>
              <a:rPr sz="1200" b="1" i="0">
                <a:solidFill>
                  <a:srgbClr val="2B2B2B"/>
                </a:solidFill>
                <a:latin typeface="Calibri"/>
              </a:rPr>
              <a:t>15/11/2026</a:t>
            </a:r>
            <a:r>
              <a:rPr sz="1200" b="0" i="0">
                <a:solidFill>
                  <a:srgbClr val="2B2B2B"/>
                </a:solidFill>
                <a:latin typeface="Calibri"/>
              </a:rPr>
              <a:t> (EXAM anticipado).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corte único 100%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= EV05 (proceso)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50%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+ EXAM (sustentación)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50%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(syllabus SIAC TG3).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Autoevaluación y coevaluación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 porcentaje propio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(modelo AFI Proyecto I: 4% + 4% según ESP329):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aplican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esta asignatura según el syllabus SIAC / Art. 52.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EV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Coordinación publica un instrumento formativo sin peso propio, se anuncia en el aula; no inventamos % fuera del syllabus.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Meet es el mismo enlace para toda la serie.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Martes festivo =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(avance guiado en el CDigital).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Antes de la sustentación: verificación antiplagio (unidad 12) y póster listo.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Trabajo de Grado 3]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(archivo local): `Cursos/Plantilla_APA_CUN_Proyecto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URL pública Plantilla APA: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[URL Drive/Moodle de la Plantilla APA CUN —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Repositorio: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carga institucional del trabajo de grado al finalizar la sustentación.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Martes,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Objetivo del periodo: artículo listo + sustentación ante jurados.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94532 · 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