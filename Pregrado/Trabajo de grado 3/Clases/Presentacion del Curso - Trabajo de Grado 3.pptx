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TRABAJO DE GRADO 3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Modelos de Innovación — Ingeniería de Sistemas · Código 94532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Periodos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26P04 / 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desde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Martes, 5:00 pm – 6:00 pm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efectivo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5:10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54450 / 54466 / 54467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BLOQUE UNICO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martes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ROMPEHIELOS — DOS VERDADES Y UNA MENTIRA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Dos verdades y una mentira · Slido · 8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Entra a slido.com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escribe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código del evento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que el Docente pega en el chat del Meet. Sin cuenta ni instalar nada.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juego: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«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dos verdades y una mentira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» sobre el Docente. Se proyectan tres frases suyas y votas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cuál de las tres NO es cierta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acertar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1 entre 3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así que arrancamos todos iguales.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rondas (~4 min).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Al cerrar cada una el Docente revela la mentira y cuenta la historia de la verdad más rara: ahí queda hecha su presentación.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Ronda final (~2 min):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sale la tabla de posiciones y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primeros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toman el micrófono con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sus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dos verdades y una mentira. Gana quien engañe a más gente. Hablan tres, no 112.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Premio: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revisión 1 a 1 con el Docente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avance del ganador, antes de la primera entrega.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Las preguntas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toda la sesión van por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Q&amp;A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mismo Slido.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34095" y="2606039"/>
            <a:ext cx="2926079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7433"/>
                </a:solidFill>
                <a:latin typeface="Calibri"/>
              </a:rPr>
              <a:t>slido.com</a:t>
            </a:r>
          </a:p>
          <a:p>
            <a:pPr algn="ctr">
              <a:spcBef>
                <a:spcPts val="1400"/>
              </a:spcBef>
            </a:pPr>
            <a:r>
              <a:rPr sz="1300" b="0" i="0">
                <a:solidFill>
                  <a:srgbClr val="0C2340"/>
                </a:solidFill>
                <a:latin typeface="Calibri"/>
              </a:rPr>
              <a:t>El </a:t>
            </a:r>
            <a:r>
              <a:rPr sz="1300" b="1" i="0">
                <a:solidFill>
                  <a:srgbClr val="0C2340"/>
                </a:solidFill>
                <a:latin typeface="Calibri"/>
              </a:rPr>
              <a:t>código del evento</a:t>
            </a:r>
            <a:r>
              <a:rPr sz="1300" b="0" i="0">
                <a:solidFill>
                  <a:srgbClr val="0C2340"/>
                </a:solidFill>
                <a:latin typeface="Calibri"/>
              </a:rPr>
              <a:t> te lo pega el Docente en el </a:t>
            </a:r>
            <a:r>
              <a:rPr sz="1300" b="1" i="0">
                <a:solidFill>
                  <a:srgbClr val="0C2340"/>
                </a:solidFill>
                <a:latin typeface="Calibri"/>
              </a:rPr>
              <a:t>chat del Meet</a:t>
            </a:r>
            <a:r>
              <a:rPr sz="1300" b="0" i="0">
                <a:solidFill>
                  <a:srgbClr val="0C2340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2927" y="5230367"/>
            <a:ext cx="3328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[URL Slido — evento del rompehielos pendiente · TRABAJO DE GRADO 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TRABAJO DE GRADO 3?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Culminación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opción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grado +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producto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+ sustentación.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Prerrequisito: Opción de grado II.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documento —por defecto,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artículo resultado de investigación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 con revisión rigurosa (≥ 50 referencias; extensión no inferior a 4.000 palabras, según Syllabus).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Otras modalidades (proyecto aplicado, prototipo, sistematización) cumplen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mismos mínimos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cambia el peso de las secciones, no el esqueleto.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32 h con docente + 64 h de trabajo autónomo.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Formulación de pregunta, objetivos y título.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Estructura del documento · taller de introducción.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Fase I de referentes de investigación.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Diseño de instrumento · desarrollo metodológico.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Comunidades de práctica y co-creación.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7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Experiencia creativa · análisis de datos.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8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Fase III de referentes · cierre del marco teórico.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0147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9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Resultados, discusión y relación con referentes.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10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Resumen, palabras clave UNESCO, conclusiones y referencias.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11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Póster · evidencias · verificación antiplagio.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12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Sustentación ante jurados.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13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Entregables para repositorio institucional.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14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Ajustes finales · seguimiento post-sustentación.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15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Cierre administrativo · recepción de entregables.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— TRES CORTES (ART. 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Art. 52 · 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día de clase 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1  ·  30%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18/08/2026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15/09/2026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2  · 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22/09/2026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13/10/2026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3  ·  40%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14/10/2026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10/11/2026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Corte 1 30% = Quiz 1 6% + Parcial 1 24% · Corte 2 30% = Quiz 2 9% + Parcial 2 21% · Corte 3 40% = ACA Final 32% + Quiz 3 4% + Autoevaluación 2% + Coevaluación 2% — libro de calificaciones de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Quices y parciales: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cuestionarios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que cierran en día de clase (mar).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(tarea/documento) cierra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07/11/2026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Enunciados: Clases/Recursos/ACAs/.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ACA Final por grupo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54450: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07/11/2026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· 54466 y 54467: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07/11/2026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(El cierre de notas es posterior: 54450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15/11/2026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, 54466/54467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22/11/2026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CALIFICA — LOS ÍTEMS DEL AULA (CDIGITAL)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B2B2B"/>
                </a:solidFill>
                <a:latin typeface="Calibri"/>
              </a:rPr>
              <a:t>Libro de calificaciones del aula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(CDigital) · cortes 30% / 30% / 40%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1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20931"/>
                <a:gridCol w="1448433"/>
                <a:gridCol w="1448433"/>
                <a:gridCol w="1351871"/>
                <a:gridCol w="4441863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 del ítem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25/08/2026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15/09/2026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29/09/2026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13/10/2026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07/11/2026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27/10/2026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10/11/2026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10/11/2026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·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cortes 30% / 30% / 40%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según el libro de calificaciones del aula (el Syllabus SIAC 94532 declaraba «corte único 100%»: manda el aula).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Cada corte se compone de ítems concretos del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nombre exacto, tipo de actividad, peso y cierre: en la tabla «CÓMO SE CALIFICA» de esta presentación.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Autoevaluación (2%, cuestionario)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coevaluación (2%, foro)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sí hacen parte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la nota de este curso: van en el tercer corte y se diligencian/participan en el aula.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quices y parciales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son cuestionarios en CDigital y cierran en día de clase;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una tarea (documento) y cierra en la fecha máxima de recepción.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un peso o una ventana del aula no coincide con este material,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manda 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se corrige aquí y se avisa en clase.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Martes,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Meet es el mismo enlace para toda la serie.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Martes festivo =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el avance guiado queda en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carpeta de esa sesión en el Drive de clases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(`Clases/Sesion NN - …/`); la entrega y la nota siguen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Antes de la sustentación: verificación antiplagio (unidad 12) y póster listo.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https://cdigital.cun.edu.co/course/view.php?id=112321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Trabajo de Grado 3]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Material de clases (Drive):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Material de clases — carpeta Clases/ en Drive · Trabajo de Grado 3]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aquí está el material de cada sesión, incluida la de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(viene en tu carpeta del curso): `Recursos/Plantilla_APA_CUN_Proyecto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(en tu carpeta):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`Recursos/Plantilla_APA_CUN_Proyecto de grado.docx`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Repositorio: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carga institucional del trabajo de grado al finalizar la sustentación.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Martes,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Objetivo del periodo: documento listo + sustentación ante jurados.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94532 · 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