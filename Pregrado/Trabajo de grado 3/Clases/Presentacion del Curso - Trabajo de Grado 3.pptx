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efectivo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5:10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(hasta 22 nov).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 ÚNICO 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5355183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EV05  ·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2011679"/>
            <a:ext cx="5355183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9583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EXAM  · 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6159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29/09/2026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6471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6159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EV05 50% + EXAM 50%. Enunciados: Recursos/ACAs/.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EXAM por grupo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—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03/11/2026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· 54466 y 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10/11/2026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 (El cierre de notas del curso es posterior: 54450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, 54466/54467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único 100%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= EV05 (proceso)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EXAM (sustentación)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(syllabus SIAC TG3).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(viene en tu carpeta del curso): `Recursos/Plantilla_APA_CUN_Proyecto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(en tu carpeta):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`Recursos/Plantilla_APA_CUN_Proyecto de grado.docx`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