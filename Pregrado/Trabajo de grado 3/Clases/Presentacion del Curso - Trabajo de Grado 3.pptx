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94532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Periodos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26P04 / 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desde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54450 / 54466 / 54467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martes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del artículo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 + expectativa del semestre.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3?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Culminación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artículo resultado de investigación (o obra-creación) +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Prerrequisito: Opción de grado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Artículo con revisión rigurosa (≥ 50 referencias; extensión no inferior a 4.000 palabras, según Syllabus).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Formulación de pregunta, objetivos y título.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Estructura del artículo · taller de introducción.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 de referentes de investigación.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Diseño de instrumento · desarrollo metodológico.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Comunidades de práctica y co-creación.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Experiencia creativa · análisis de datos.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III de referentes · cierre del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Resultados, discusión y relación con referentes.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Resumen, palabras clave UNESCO, conclusiones y referencias.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Póster · evidencias · verificación antiplagio.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Sustentación ante jurados.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Entregables para repositorio institucional.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Ajustes finales · seguimiento post-sustentación.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Cierre administrativo · recepción de entregables.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TRES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Art. 52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día de clase 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18/08/2026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15/09/2026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22/09/2026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13/10/2026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14/10/2026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17/11/2026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32% + Quiz 3 4% + Autoevaluación 2% + Coevaluación 2%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(mar).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 por grupo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54450: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· 54466 y 54467: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(El cierre de notas es posterior: 54450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15/11/2026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, 54466/54467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22/11/2026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25/08/2026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15/09/2026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29/09/2026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13/10/2026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07/11/2026 (54450) · 14/11/2026 (54466/54467)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10/11/2026 (54450) · 17/11/2026 (54466/54467)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10/11/2026 (54450) · 17/11/2026 (54466/54467)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cortes 30% / 30% /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el libro de calificaciones del aula (el Syllabus SIAC 94532 declaraba «corte único 100%»: manda el aula).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(2%,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(2%,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Martes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(avance guiado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Antes de la sustentación: verificación antiplagio (unidad 12) y póster listo.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https://cdigital.cun.edu.co/course/view.php?id=112321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3]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carga institucional del trabajo de grado al finalizar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Objetivo del periodo: artículo listo + sustentación ante jurados.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94532 · 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