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TRABAJO DE GRADO 3]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tema de tu artículo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(1 frase) +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expectativa del semestre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112: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de entregables.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TRES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18/08/2026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15/09/2026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22/09/2026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(mar).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25/08/2026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13/10/2026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07/11/2026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cortes 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el libro de calificaciones del aula (el Syllabus SIAC 94532 declaraba «corte único 100%»: manda el aula).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(2%,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(2%,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avance guiado queda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Trabajo de Grado 3]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