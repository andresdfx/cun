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94532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Periodos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26P04 / 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desde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54450 / 54466 / 54467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martes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del artículo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 + expectativa del semestre.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3?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Culminación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artículo resultado de investigación (o obra-creación) +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Prerrequisito: Opción de grado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Artículo con revisión rigurosa (≥ 50 referencias; extensión no inferior a 4.000 palabras, según Syllabus).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Formulación de pregunta, objetivos y título.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Estructura del artículo · taller de introducción.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 de referentes de investigación.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Diseño de instrumento · desarrollo metodológico.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Comunidades de práctica y co-creación.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Experiencia creativa · análisis de datos.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III de referentes · cierre del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Resultados, discusión y relación con referentes.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Resumen, palabras clave UNESCO, conclusiones y referencias.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Póster · evidencias · verificación antiplagio.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Sustentación ante jurados.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Entregables para repositorio institucional.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Ajustes finales · seguimiento post-sustentación.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Cierre administrativo · recepción (hasta 22 nov).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 ÚNICO 100%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Art. 52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día de clase 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5355183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520887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EV05  ·  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5355183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4715103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22/09/2026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2011679"/>
            <a:ext cx="5355183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9583" y="2084831"/>
            <a:ext cx="520887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EXAM  ·  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2670048"/>
            <a:ext cx="5355183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6159" y="288035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29/09/2026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6471" y="3794759"/>
            <a:ext cx="4715103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6159" y="397763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10/11/2026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EV05 50% + EXAM 50%. Enunciados: Clases/Recursos/ACAs/. Cierre grupos 54466/54467: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22/11/2026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; grupo 54450: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15/11/2026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(EXAM anticipado).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único 100%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= EV05 (proceso)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EXAM (sustentación)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(syllabus SIAC TG3).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Martes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(avance guiado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Antes de la sustentación: verificación antiplagio (unidad 12) y póster listo.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3]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carga institucional del trabajo de grado al finalizar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Objetivo del periodo: artículo listo + sustentación ante jurados.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94532 · 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