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EXPERIENCIA CREATIVA · ANÁLISIS DE DATOS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Experiencia creativa · análisis de datos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dato en bruto no dice nada; el hallazgo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es la sesión que separa un buen artículo de uno mediocre: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convertir datos en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estudiantes entregan tablas y creen que entregaron resultados.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Les falta el paso del medio: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que se repite todos los semestres: el estudiante escribe "el 70% respondió que sí" y ahí termina el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¿70% de cuántos? ¿Sí a qué? ¿Eso es mucho o es poco? ¿Comparado con qué? ¿Qué objetivo responde?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número solo no significa nada hasta que se le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punto de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"42 minutos" no dice nada. "42 minutos cuando el estándar del equipo son 20" ya dice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armada y con una página de lectura en prosa que interpreta esos hallazgos.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con herramientas gratis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lo que haya recogido con su instrumento. Con 10 registros ya se puede trabajar la lógica del análisis.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Dato, hallazgo y resultado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2750807"/>
                <a:gridCol w="3300968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si se queda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en bruto, tal como se capturó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despliegue tardó 42 minutos"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significado: es solo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interpretación del dato a la luz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de despliegue casi duplica el estándar del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amarrarlo a un objetivo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que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caracterizó el proceso actual: lento y con 6 pasos manuales"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esto sí va en la 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salto de dato a hallazgo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comparando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contra un estándar, contra otro grupo, contra el momento anterior o contra lo que dice la literatura.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convierte un dato en hallazgo: cuatro comparaciones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dato se vuelve hallazgo cuando usted lo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Hay cuatro contras posibles: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Contra un estándar o meta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frente a los 20 que fija el acuerdo de servicio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Contra otro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antes de la automatización, 12 después". Es la comparación más potente si su diseño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Contra otro grupo o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"el equipo A tarda 42 minutos; el equipo B, que ya automatizó, tarda 15".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Contra la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"Ramírez (2022) reportó descensos de 40 a 12 minutos; nuestro caso muestra un patrón similar".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dato no se puede comparar contra nada, revise: probablemente su instrumento no capturó el punto de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un error que se arregla ahora, no cuando ya no quede tiempo de volver a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hallazgo describe lo que muestra el dato. La explicación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ocurre eso va en la Discusión, no aquí.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analiza según su enfoque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209275"/>
                <a:gridCol w="3025887"/>
                <a:gridCol w="247572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hace con los datos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muestra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 gratis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Promedios, frecuencias, porcentajes, rangos, mínimos y máximos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Tablas y gráficos,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cada uno con su lectura en prosa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de Google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Codificar (etiquetar fragmentos), agrupar en categorías, buscar patrones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 con citas textuales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Docs con colores y comentarios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decisiones de diseño, iteraciones y aprendizajes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iteraciones y rúbrica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Docs + Excalidraw para los esquemas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analiza cada parte por separado y luego se cruzan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número y la explicación de la gente sobre ese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+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cualquiera de los cuatro casos la regla es la misma: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se deja 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Toda tabla, gráfico o categoría lleva su frase de interpretación.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necesita software estadístico de pago.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cubre todo lo que exige un trabajo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Frecuencia y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y qué proporción. Fórmula: `=CONTAR.SI(rango; criterio)` y luego divide sobre el total.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`=PROMEDIO(rango)`. Útil para tiempos, cantidades, calificaciones.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si hay un valor extremo, el promedio miente. Reporte también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`=MEDIANA(rango)`.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mínimo y máximo. Dice mucho más de lo que la gente cree: "entre 18 y 67 minutos" muestra una variabilidad enorme.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Desviación estándar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`=DESVEST(rango)`. Indica qué tan dispersos están los datos alrededor del promedio.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presentación que el jurado revisa: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tabla y cada figura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numerada y titulada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APA: "Tabla 1. Tiempos de despliegue registrados".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porcentajes se reportan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el total al 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"70% (14 de 20)". Un porcentaje sobre 5 casos es engañoso.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use gráficos de torta para más de cinco categorías: se vuelven ilegibles.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cualitativo: de las respuestas a las categorías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aplicó entrevistas o preguntas abiertas, no se trata de contar palabras: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encontrar sentidos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Transcriba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consolide las respuestas en un documento, una por participante y con su código (P1, P2, 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Codifique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lea y marque con color los fragmentos que dicen algo relevante, poniéndoles una etiqueta corta.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Ejemplo: "toca esperar a que alguien de infraestructura apruebe" → etiqueta: *dependencia de terceros*.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Agrupe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etiquetas parecidas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Tres o cuatro categorías bien construidas bastan.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 de categoría: *fricciones del proceso manual*, que reúne dependencia de terceros, reprocesos y esperas.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Busque patrones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repite en casi todos, qué aparece solo en un caso y por qué, qué se contradice entre participantes.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Sostenga cada categoría con una cita 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participante, entre comillas y con su código: "…" (P3).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Las categorías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derivan de los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inventan antes. Si usted ya sabía las categorías, no analizó: confirmó su prejuicio.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mismo número, de mudo a hablante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 crudo: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"42 minutos por despliegue". Ahí está el número, y no dice nada por sí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comparo: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acuerdo interno del área fija 20 minutos como tiempo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"el tiempo actual de despliegue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objetivo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 qué objetivo responde?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objetivo específico 1: *caracterizar el proceso actual de despliegue*.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(así se escribe en el artículo):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caracterizó el proceso actual: un despliegue toma en promedio 42 minutos (rango 31-58), frente al tiempo objetivo de 20 minutos, y exige seis pasos manuales."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Ahora una tabla muda y su arreglo: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muda:* tres columnas de números pegadas en el documento, sin una sola frase alrededor.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con lectura:* debajo se agrega —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70% de los despliegues (14 de 20) superó los 40 minutos,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demora no es un caso aislado sino el comportamiento habitual del proceso."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Esa frase es la diferencia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un anexo y un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Repita este recorrido con cada tabla y cada gráfico de su artículo. Sin excepción.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de hallazgos — la herramienta del día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00968"/>
                <a:gridCol w="4034517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(interpretación)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42 min por despliegue (n=20)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Duplica el tiempo objetivo del área (20 min)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pasos ejecutados manualmente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 dependencia de intervención humana en cada salida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incidencias por semana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errores llegan al usuario con frecuencia sostenida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3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Comparar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 del 35%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tercios del código sale sin verificación automática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2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Diseñar la automatización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"toca esperar a que aprueben" (P3, P5)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espera por terceros es una fricción reconocida por 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fila no puede llenar la tercera columna, hay dos posibilidades: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 ese dato sobra, o le falta un objetivo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Decida hoy cuál de las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Data dump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pegar diez tablas seguidas sin una sola frase que las explique. No es análisis: es un volcado. El jurado lo detecta en la primera hojeada.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Regla simple: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una tabla no tiene lectura, sobra. O la interpreta, o la manda a anexos.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Fórmula de lectura, para copiar y usar: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[lo que muestra el dato],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[qué significa para mi pregunta]." Dos frases por tabla bastan.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Prueba de calidad: tape todas las tablas de su sección de Resultados. Si el texto se sigue entendiendo y se sabe qué encontró usted, está bien escrito.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Al revés también falla: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 sin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Toda afirmación de la sección de Resultados debe poder señalar el dato que la sostiene.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mis tablas y ya están los resultados." — Falta la lectura de cada tabla: qué se ve y qué significa.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opinión sobre el tema es un hallazgo." — No. Un hallazgo se sostiene en un dato. Opinión sin dato no entra al artículo.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"Analizo cosas que no pregunté porque son interesantes." — Dispersan y le restan foco. Analice solo lo que responde a un objetivo.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el dato pero no sé a qué objetivo va." — Revise: o el dato sobra, o le falta un objetivo, o su instrumento capturó cosas que nadie pidió.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mis resultados contradicen lo que yo esperaba?" — Excelente material. Un resultado inesperado bien sustentado vale más que uno predecible; se reporta igual y se discute.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Consolide sus registros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caso, una columna por variable. Nada de datos en servilletas ni en el chat.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Limpie: elimine filas incompletas, unifique formatos de fecha y de unidades. Deje constancia de cuántos casos descartó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Calcule lo básico por columna: promedio, mediana, mínimo, máximo y frecuencias.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lo que responde a un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lo demás va a un anexo o se descarta.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`S07_AnalisisHallazgos_Apellido` en Google Docs e inserte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tres columnas.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una fila por dato relevante y complete siempre la tercera columna con el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en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párrafo por objetivo, usando la fórmula "se observa que… lo que indica 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y titule sus tablas y figuras en APA, y refiéralas en el texto: "como muestra la Tabla 1…".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los hallazgos que le van a servir para la discusión y anote al lado qué autor de sus fichas dice algo sobre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apunte le va a ahorrar horas cuando escriba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Tabla de hallazgos y página de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`S07_AnalisisHallazgos_Apellido`.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Arme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columnas *dato · hallazgo · objetivo que responde*,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lectura en prosa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interprete esos hallazgos: qué se ve y qué significa.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Use al menos una vez la fórmula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observa que… lo que indica que…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Marque con color los hallazgos que piensa retomar en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Tabla de hallazgos y página de lectura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dato tiene su interpretación y está amarrado a un objetivo: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de la tercera columna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su página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ver las tablas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entiende qué encontró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hay ni una tabla muda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todavía tiene pocos datos, haga el ejercicio con los que tenga. Lo que se evalúa hoy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lógica del análisis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el volumen de la muestra.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señalar de dónde salió cada número de mi tabla? ¿mis registros originales están guardados y disponibles?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Interpretación: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dato de mi tabla tiene un hallazgo redactado, y ese hallazgo compara contra algo (estándar, momento anterior, otro grupo o literatura)?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Amarre a 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 fila tiene su objetivo? ¿algún objetivo específico se quedó sin ninguna fila? Si es así, ahí tiene un hueco de evidencia.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Neutralidad: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sección de Resultados está libre de juicios y de explicaciones de causa? Eso va en la Discusión.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¿todas las tablas y figuras están numeradas, tituladas en APA y referidas en el texto? ¿ninguna quedó suelta sin su lectura?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`S07_AnalisisHallazgos_Apellido`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Complete la tabla de hallazgos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datos, no solo con los tres del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artículo: la tabla de hallazgos se traduce a prosa casi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Genere en Hojas de cálculo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gráficos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 verdad aporten y péguelos en el documento, cada uno con su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anote, al lado de cada hallazgo, qué autor dice algo parecido o contrario. Esa lista es el esqueleto de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cierre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aprendizaje de la última versión del prototipo.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III de referentes y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tener con quién dialogar antes de escribir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marco y sus fichas abiertos, y con el conteo de referencias a la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Experiencia creativa · análisis de datos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