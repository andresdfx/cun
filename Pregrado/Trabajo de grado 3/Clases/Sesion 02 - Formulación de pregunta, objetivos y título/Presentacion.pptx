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FORMULACIÓN DE PREGUNTA, OBJETIVOS Y TÍTULO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Formulación de pregunta, objetivos y título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Sin una buena pregunta, todo el documento cojea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le ponemos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proyecto: pregunta, objetivos y título. Si esto queda bien, el resto del documento casi se ordena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jurado de sustentación no empieza por su metodología: empieza por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20 segundos no entiende qué investigó usted, ya arrancó con desventaja.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de Ingeniería de Sistemas: un estudiante llega con "quiero hacer algo de inteligencia artificial".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 proyecto: es un antojo. No dice qué se mide, en quién, ni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versión investigable: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¿En qué medida un clasificador de correos reduce los intentos de phishing que llegan a la bandeja de los funcionarios de una entidad pública en Bogotá?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la sesión: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manda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 ella salen los objetivos, y de los objetivos salen las secciones del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abierta su matriz de herencia de la Sesión 01: hoy se convierte en pregunta.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una pregunta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oración interrogativa que deja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 sus variables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se relaciona con qué, en quién y dónde.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Variable = aquello que puede cambiar y que usted va a observar o medir (tiempo, cobertura, número de errores, percepción).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tema. "Automatización de pruebas" es un tema; no se puede responder.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sí/no. "¿Sirve la automatización?" se responde con "sí" y se acabó 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consulta de Google. "¿Qué es DevOps?" ya está respondido en un manual: eso no genera conocimiento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deseos. "¿Cómo mejorar todo el proceso de la empresa?" no tiene límites y no cabe en un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 en clase: si al leer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puede decir qué dato tendría que recoger para responderla, la pregunta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 floja vs. pregunta con variables visibles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581"/>
                <a:gridCol w="2750807"/>
                <a:gridCol w="50431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floja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buena la automatización?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variables, sin actor, sin contexto; se responde sí/no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automatización de pruebas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reduce el tiempo de despliegue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equipo de desarrollo del área de TI?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IA es útil en las empresas?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Demasiado ancha; "útil" no se mide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incide un modelo de clasificación de tickets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en el tiempo de respuesta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mesa de ayuda?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la ciberseguridad?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pregunta de manual,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prácticas de seguridad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aplican hoy las pymes de software de la ciudad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y qué brechas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persisten?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la empresa?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límite: no cabe en un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efecto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tiene un tablero de indicadores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sobre el control de inventario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una microempresa de comercio?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que sirve para casi todos: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¿En qué medida / cómo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[variable A]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afecta 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[variable B]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[actor y contexto]?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que debe tener su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El conector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"en qué medida", "cómo", "qué relación existe entre". Abre la pregunta y prohíbe el sí/no.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La variable que usted mueve o 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automatización, el prototipo, el modelo, la estrategia.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usted diseña, aplica u observa. En obra-creación, suele ser el prototipo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La variable que usted observa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tiempo, los errores, la cobertura, la percepción de los usuarios.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Debe poder registrarse: con un cronómetro, un log, una encuesta o una rúbrica.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El actor y el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y dónde. "El equipo de TI de la empresa X", "los estudiantes de séptimo semestre".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contexto, su investigación no es replicable ni delimitada, y el jurado lo va a notar.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 escribir su pregunta le sobra o le falta una de las cuatro piezas, todavía no está 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objetivo general a los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pregunta convertida en propósito, con un verbo de alcance amplio: analizar, diseñar, evaluar.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infinitivo,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uno solo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debe caber en una sola oración.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los pasos para lograr el general: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o cuatro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ni más ni menos.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 de esta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objetivo específico se convierte después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sección del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tiene 7 específicos, va a escribir 7 secciones y el documento se le vuelve inmanejable.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tiene 1 solo, no tiene un proyecto: tiene una tarea.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específicos se ordenan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secuencia 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primero describir lo que hay, luego diseñar o intervenir, al final comparar o evaluar.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objetivo específico puede pedir algo que la pregunta no pidió; si aparece uno así, o sobra el objetivo o su pregunta era otra.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hunden el proyecto y los que lo sostienen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3300968"/>
                <a:gridCol w="2475726"/>
                <a:gridCol w="27508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 débil (evítelo)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 operable (úselo)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 en el documento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Conocer / entender / saber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Ocurre dentro de su cabeza: nadie puede verificarlo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Identificar · 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sección de descripción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 / analizar (a secas)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"Analizar" sin decir qué ni contra qué no compromete a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Comparar · Correlacionar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sección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Aprender sobre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un objetivo de estudiante,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Diseñar · Construir · Implementar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obra-creación o 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Profundizar 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punto de llegada: nunca se sabe si se cumplió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· Validar ·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Concientizar / sensibilizar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intención pedagógica, no resultado verificable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Determinar · Establecer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 sostenidas en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del verbo: pregúntese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"¿cómo demuestro que ya lo cumplí?"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no puede responder con una evidencia concreta, cambie el verbo.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 es la puerta de entrada del jurado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fenómeno + actor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15 a 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Fenómeno: qué se estudia o qué se construye. Actor: quién. Contexto: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Prohibido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título académico: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Eslóganes y adjetivos de folleto: "innovador", "revolucionario", "del futuro".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Signos de admiración, preguntas retóricas y juegos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Siglas que el lector no conoce todavía, salvo que sean de uso universal.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"Innovando el futuro con IA" no dice nada: no se sabe qué se hizo, con quién, ni dónde.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Detección de phishing con aprendizaje automático en los correos institucionales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" lo dice todo en 13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práctico: escriba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ya tenga la pregunta. Casi siempre el título es la pregunta sin el signo de interrogación.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una idea floja a un proyecto coherente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Punto de partida (flojo):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"¿Es buena la automatización?"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reescrita: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"¿En qué medida la automatización de pruebas reduce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 de despliegue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errores en producción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equipo de desarrollo del área de TI?"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general: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Evaluar el efecto de la automatización de pruebas sobre el tiempo de despliegue y los errores en producción del equipo de desarrollo del área de TI.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*Caracterizar* el proceso actual de despliegue del equipo. → sección de descripción del contexto.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*Diseñar* la automatización de las pruebas del proceso caracterizado. → sección de la obra-creación / prototipo.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*Comparar* los tiempos de despliegue y las incidencias antes y después de la automatización. → sección de resultados.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(14 palabras):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"Automatización de pruebas y su efecto en el tiempo de despliegue de un equipo de TI".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lea seguidos pregunta, objetivos y título. Suenan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puede seguir.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cada objetivo específico ya le anuncia qué sección va a escribir. Ese es el estándar 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quedan desterrados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objetivo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conocer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sobre la automatización de pruebas." — 'Conocer' no se mide ni se vuelve sección. Cámbielo por identificar, caracterizar, comparar, diseñar o evaluar.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"Puse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7 objetivos específicos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que se vea completo." — Cada específico es una sección: con 7 el documento se vuelve inmanejable. Deje 3 o 4 bien alineados.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título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'Revolucionando el software'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 — Eslogan sin variables ni contexto. Título = fenómeno + actor + contexto, en 15 a 20 palabras.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que hoy quedan desterrados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la pregunta más adelante?" — Sí, pero cada cambio obliga a reescribir objetivos y título. Por eso hoy se invierte tiempo en dejarla firme.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Su pregunta es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brújula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todo lo que viene: la búsqueda de referentes, el instrumento, el análisis y la discusión se derivan de ella.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cómo armar el documento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Cree en su Drive el documento `S02_PreguntaObjetivos_Apellido`. Todo se trabaja en la nube: nada de instalar programas.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Ponga tres títulos: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· Objetivos · 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Deje el título del proyecto de último aunque le den ganas de escribirlo primero.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su pregunta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subraye las dos variables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color. Si no puede subrayar dos, no hay pregunta todavía.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Debajo escriba el objetivo general en una sola oración, empezando por el verbo en infinitivo.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3 o 4 específicos y, al frente de cada uno, anote entre paréntesis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sección producirá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busque cómo nombran esas mismas variables los autores de su campo; ajuste su vocabulario al de ellos.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Buscar "tiempo de despliegue" con comillas le muestra si el término existe en la literatura o si usted lo inventó.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referencias APA de 2 fuentes que respalden que su pregunta vale la pena; péguelas al final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por fin el título y haga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de coherencia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leyendo los tres bloques en voz 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Pregunta, objetivos y título en una página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Individual, sobre su propio proyecto · el Docente pasa por los grupos y corrige en el momento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página con su pregunta, un general, tres específicos, el título y la prueba de coherencia.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variables visibles, el actor y el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Derive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objetivo general + tres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verbos operables, y anote al frente de cada específico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sección que producirá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15 a 20 palabras, sin eslóganes.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Cierre con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 de coherencia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lea los tres bloques seguidos y escriba una línea diciendo si suenan al mismo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Pregunta, objetivos y título en una página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compañero que no conoce su tema lee su página y puede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va a medir usted y en 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objetivo específico usa conocer, entender, saber o profundizar.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título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contiene ningún adjetivo publicitario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pregunta se responde con sí o no, cámbiele el arranque: «¿en qué medida…?», «¿de qué manera…?», «¿cuál es la relación entre…?».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`S02_PreguntaObjetivos_Apellido`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subrayar dos variables? ¿aparece el actor y el lugar? ¿empieza por 'en qué medida' o 'cómo' y no se responde con sí/no?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¿el general es uno solo y empieza en infinitivo? ¿hay entre 3 y 4 específicos? ¿todos usan verbos que se pueden verificar? ¿cada uno anuncia una sección?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¿tiene fenómeno, actor y contexto? ¿está entre 15 y 20 palabras? ¿no tiene adjetivos de folleto ni signos de admiración?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leo pregunta, objetivos y título seguidos, ¿suenan a un solo proyecto? Si suenan a tres proyectos distintos, alinéelos antes de entregar.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respondió 'no' a cualquiera de estas casillas, todavía no suba el archivo: arréglelo primero. Este documento es la base de todo lo que viene.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`S02_PreguntaObjetivos_Apellido`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Muéstrele su pregunta a alguien ajeno al proyecto y pídale que le explique con sus palabras qué va a investigar usted. Si no puede, reescríbala.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en Google Académico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artículos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cuyo título se parezca en estructura al suyo y observe cómo están construidos.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en su bitácora las variables tal como las nombran esos autores: ese vocabulario le va a servir para los referentes.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tomamos exactamente esta pregunta y estos objetivos y montamos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estructura del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taller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plantilla APA CUN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de hoy terminado: la introducción se escribe encima de él.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Formulación de pregunta, objetivos y título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