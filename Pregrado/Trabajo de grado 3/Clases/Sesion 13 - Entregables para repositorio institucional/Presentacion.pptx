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13 — ENTREGABLES PARA REPOSITORIO INSTITUCIONAL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Entregables para repositorio institucional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al repositorio no es entregar una tarea: es publicar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Durante todo el semestre usted subió archivos a CDigital para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leyera.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de hoy es distinto: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espacio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público y permanente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quede ahí lo puede leer un empleador, un profesor de otra universidad o un investigador de otro país.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lo puede leer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dentro de diez años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los repositorios no se borran cada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Esto tiene una consecuencia práctica inmediata: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descuido de forma también queda público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tabla sin rótulo, una referencia mal escrita o un título con error de digitación quedan ahí, con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tiene una consecuencia agradable: su trabajo pasa a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Alguien puede citarlo a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cierre real de un trabajo de grado: entrar a la conversación académica, no solo aprobar una materia.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armamos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verificamos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hacemos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forma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ruta de carga, los formatos y el instructivo son los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oficiales del semestre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publicados en CDigital — [URL CDigital — campus del curso pendiente]. No se usan enlaces de terceros.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repositorio institucional y qué le da a 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 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donde la universidad preserva y da visibilidad a su producción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una carpeta compartida ni una nube personal: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plataforma de preservación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reglas.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cosas concretas que gana su trabajo al quedar allí: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Permanencia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documento se conserva aunque cambien las plataformas o los correos institucionales.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Visibilidad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los repositorios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indexados por buscadores académicos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incluido Google Scholar.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Identificador estable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enlace permanente que no se rompe y que otros pueden citar.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los repositorios exigen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formal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archivo suelto: preservar exige orden.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por eso piden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sin ellos, el sistema no sabe cómo describir ni clasificar su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del hilo del semestre: el artículo que empezó como una pregunta en la Sesión 02 termina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publicado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paquete de entregables: piezas fijas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6598"/>
                <a:gridCol w="5168621"/>
                <a:gridCol w="29863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cumplir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final (PDF)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extensión y número de fuentes exigidos por 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Sesiones 03 a 10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Metadatos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Título, autoría, resumen y palabras clave UNESCO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Autorización de publicación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Formato institucional, diligenciado y firmado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Instructivo del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Anexos / evidencias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Rotulados (A, B, C…) y referenciados desde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Constancia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Generada por la ruta institucional en 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Póster (si aplica)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PDF de una página, legible a un metro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Falta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sola pieza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el paquete no se puede radicar. La que más se atrasa siempre es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autorización firmada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tramítela primero, no de último.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Metadatos: los datos que hacen visible (o invisible) su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 = dato que describe al documento.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lo que el buscador lee para saber de qué se trata su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Analogía: el artículo es el libro; los metadatos son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la biblioteca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ficha, el libro existe pero nadie lo encuentra.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Campos que casi siempre pide un repositorio: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exactamente igual al del documento, sin abreviar ni "mejorar" en el formulario.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nombres completos, en el mismo orden del artículo, sin apodos ni iniciales sueltas.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Programa y 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los datos institucionales que ubican el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mismo de la Sesión 10, pegado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las mismas 4 o 5 del tesauro UNESCO.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Deben coincidir con 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licencia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publicación.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Metadatos: los datos que hacen visible (o invisible) su trabajo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que evita el 90 % de los problemas: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metadatos no se reescriben, se copian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ya aprobado.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ficha de metadatos bien diligenciada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Automatización de pruebas de regresión y tiempo de despliegue en un equipo pequeño de desarrollo de software.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Copiado tal cual del artículo. Sin punto final, sin mayúsculas sostenidas, sin "Trabajo de grado presentado para…".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apellidos y nombres completos, en el orden en que aparecen en la portada.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pega el resumen íntegro de ~210 palabras que se escribió en la Sesión 10, sin recortarlo para que "quepa".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automatización de pruebas; integración continua; ingeniería de software; pequeñas y medianas empresas.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Las mismas cuatro del artículo, en minúscula, separadas por punto y coma.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Sin agregar ninguna nueva aquí.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documento: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artículo de trabajo de grado.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Licencia: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que indique el instructivo institucional del semestre, aceptada conscientemente (léala antes de marcar).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Resultado de una ficha así: quien busque "automatización de pruebas"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encuentra este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Ese es todo el punto.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trabajo, con metadatos malos y con metadatos buenos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134897"/>
                <a:gridCol w="459433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Mal diligenciado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Bien diligenciado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"Trabajo de grado — proyecto final"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real y completo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"Juan y equipo"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Nombres completos, en el orden de la portada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"Ver documento adjunto"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completo, ~200–250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Palabras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"tecnología, innovación, futuro"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4 términos UNESCO usados en el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 de archivo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"final_final_v3_ESTE SÍ.pdf"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Según la norma institucional del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Licencia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marca sin leer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lee y se elige conscientemente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Consecuencia real de la columna del medio: un buen artículo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nunca aparece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una búsqueda. Trabajo invisible = trabajo perdido.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Autorización y licencia: qué está 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autorización de publicación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documento donde usted permite que la universidad difunda su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ella, el repositorio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puede publicar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nada: es un requisito legal, no un formalismo.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diligencia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formato institucional del semestre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un formato hecho por uno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Puntos que conviene leer antes de firmar, con calma: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Alcance de la difusión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el acceso será abierto o restringido.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usted sigue siendo el autor; la autorización es de difusión, no de cesión de la autoría.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Coautores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el trabajo es de dos,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ambos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deben 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Datos sensibles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su trabajo incluye datos de personas o de una empresa, verifique que cuenta con la autorización correspondiente antes de publicarlos.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algo del formato no le queda claro,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pregúntelo antes de firmar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después de cargar.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Revisión de forma: la última pasada antes de cargar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carga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borrador "que después cambio". En el repositorio, lo que sube 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Recorrido de revisión, en este orden (toma unos 20 minutos y evita observaciones):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Portada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título correcto, autoría completa, programa e institución según la plantilla APA CUN.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Numeración de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continua, sin saltos, empezando donde debe.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Tablas y figuras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todas rotuladas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Figura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), con fuente,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mencionadas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Títulos y niveles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jerarquía APA consistente; no un título en negrita y el siguiente en cursiva.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APA 7, orden alfabético, sangría francesa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huérfanas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ambas direcciones.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 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rotulados y referenciados desde el cuerpo ("ver Anexo 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 Ortografía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pasada final con el corrector de Google Docs, apellidos incluidos.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Revisión de forma: la última pasada antes de cargar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 Exportación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Archivo → Descargar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abrir el 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verificar que no se corrieron las tablas.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9. Nombre del archivo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según la norma institucional del semestre, sin tildes ni caracteres raros.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que funciona: haga la revisión sobre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PDF exportado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sobre el documento editable. Los errores de maquetación solo aparecen ahí.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"Subo el borrador ahora y después lo reemplazo por el bueno."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Se carga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versión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 que entra al repositorio es público y permanente, y reemplazar un documento ya publicado no siempre es posible.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"Los metadatos son opcionales, lo importante es el PDF."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Sin metadatos su artículo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invisible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título, resumen y palabras clave UNESCO son lo que leen los buscadores. El PDF sin ficha no lo encuentra nadie.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encontré la URL del repositorio; busco una por internet o pongo cualquiera."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 se inventan URLs ni formularios.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Use la ruta y el instructivo institucional del semestre publicados en CDigital; si no aparece, pregunte antes de cargar.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nombre del archivo da lo mismo, con que se entienda."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Debe seguir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norma 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nombre desordenado complica la recepción, la trazabilidad y la búsqueda posterior del documento.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palabras clave del formulario y las del artículo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deben ser idénticas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Cambiar una "para que suene mejor" rompe la coherencia del registro.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armar el paquete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una carpeta en su Drive llamada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Paquete_Repositorio_Apellido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Meta ahí, y solo ahí, las piezas definitivas: artículo PDF, anexos, póster, autorización y constancia de antiplagio.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instructivo institucional del semestre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 y compare pieza por pieza con lo que tiene.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entregables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Docs, con una columna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listo / falta / en trámite.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copiando del artículo: título, autoría, resumen y palabras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el PDF exportado, con los nueve puntos del recorrido.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Renombre cada archivo según la norma institucional y verifique que abren correctamente.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qué le falta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debe resolverlo (usted, un coautor, una firma).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paquete y su checklist a CDigital por la ruta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Paquete para el repositorio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S13_PaqueteRepositorio_Apellido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El checklist de entregables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tabla, con columnas entregable · requisito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(listo / falta / en trámite)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responsable. Debe cubrir las seis piezas del paquete.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La ficha de metadatos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completa: título, autoría, resumen íntegro y las palabras clave UNESCO, copiados del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El acta de revisión de 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los nueve puntos del recorrido, cada uno marcado como revisado o corregido, hecho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sobre el PDF exportado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ruta institucional de carga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semestre, anotada tal como aparece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resolviendo dudas del instructivo.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Paquete para el repositorio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checklist muestra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ambigüedad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falta y quién lo resuelve; ninguna casilla vacía.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metadatos están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completos y copiados del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reescritos.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versión revisada es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PDF, no un borrador.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palabras clave de la ficha coinciden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exactamente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del artículo.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le falta una firma o un formato en trámite, eso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también es un resultado válido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taller: quedó identificado y con responsable, que es justamente el punto.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cargar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la versión final, no un borrador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tengo cambios pendientes anotados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PDF abre bien y nada se corrió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 y recorro todas las páginas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portada sigue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Comparo con la plantilla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y figuras rotuladas y citadas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una tiene número y se menciona en 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sin huérfanas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cada apellido de la lista en 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Anexos rotulados y referenciados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"ver Anexo" aparece para cada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Metadatos completos y copiados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Título, autoría, resumen y keywords idénticos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Autorización firmada por todos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Incluye a los coautores si los hay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cargar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Constancia de antiplagio adjunta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Generada por la ruta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 de archivo según la norma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tildes ni "v3_final_final"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`S13_PaqueteRepositorio_Apellido`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Resuelva los "falta"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checklist esta misma semana, empezando por lo que dependa de terceros (firmas, formatos, constancias).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 una copia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paquete completo en su Drive personal: cuando termine el semestre, el acceso institucional cambia.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última vez que las palabras clave del artículo, del resumen y de la ficha son las mismas tres veces.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anotada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ruta institucional de carga: la va a necesitar en la verificación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ajustes finales y seguimiento post-sustentación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convertir las observaciones del jurado en cambios ordenados.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notas de su sustentación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dijeron los jurados, aunque estén sueltas o incompletas.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13: Entregables para repositorio institucional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