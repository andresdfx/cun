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15 — Cierre administrativo · recepción (hasta 22 nov)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administrativo · recepción (hasta 22 nov)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trabajo excelente que no se cargó, no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académico ya terminó: el artículo está escrito, la sustentación ocurrió, los ajustes se incorporaron.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Falta lo menos glamoroso y lo más fatal si se descuida: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 que todo quedó cargado y 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periodo hay casos así, y duelen: alguien hizo el trabajo completo y perdió puntos por una carga que nunca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Subió el archivo al espacio equivocado. O lo subió y se cerró el navegador antes de confirmar.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entregó el borrador y dejó el final "para más tarde".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dio por hecho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era lo mismo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de esos errores tiene que ver con la calidad del trabajo. Todos son evitables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veinte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sesión es exactamente eso: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 de seguridad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Cerrar bien —con evidencia y sin cabos sueltos— también es parte de ser un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CDigital abierto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toda la sesión — [URL CDigital — campus del curso pendiente]. Hoy no se expone: se verifica.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administrativo ≠ cierre académico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trabajo intelectual está terminado y aprobado.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Artículo completo, sustentación hecha, observaciones del jurado atendidas.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administrativo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todos los entregables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cargados, en el espacio correcto y confirmados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cosas distintas y pueden estar en estados distintos: se puede tener el cierre académico listo y el administrativo a medias.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para efectos del registro,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que cuenta es el administrativo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existe es lo que quedó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 útil: terminar de escribir un examen no es lo mismo que entregarlo.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conocimiento estaba, pero si la hoja se quedó en el pupitre, no hay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hoy revisamos no es su capacidad: es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Trazabilidad = poder demostrar, con evidencia, qué entregó, cuándo y dónde.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Espacio equivocado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archivo se cargó, pero en la actividad que no 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en la plataforma, pero no en el lugar donde se revisa. Nadie lo va a encontrar.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Carga incompleta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seleccionó el archivo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pulsó el botón de enviar/confirmar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plataforma muestra el archivo, pero el estado sigue en borrador. Es el error más frecuente y el más invisible.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Archivo dañado o vacío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subió un PDF de 0 KB, un enlace sin permisos o un documento que no abre.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Google Doc compartido "solo para mí" es, para quien revisa, un archivo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Versión equivocada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cargó el borrador y no la versión final corregida.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Verificación mínima de cada entrega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aparece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espacio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enviado / entregado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nombre del archivo es el correcto.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hacer clic.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es un enlace, tiene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permisos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abiertos para quien deba revisarlo.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recepción: entregable por entregable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75464"/>
                <a:gridCol w="1493157"/>
                <a:gridCol w="1722873"/>
                <a:gridCol w="40200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¿Cargado?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¿Confirmado?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que guardo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 "entregado"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Póster (1 página)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espacio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con la lista de archivos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 firmado + captura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Constancia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generado por la ruta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ajustes / versión corregida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Talleres de las sesiones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listado de actividades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dos columnas del medio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la misma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"Cargado" es que el archivo está; "confirmado" es que la plataforma registró la entrega. Marque las dos, no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Recepción y cierre: dos palabras que se confunden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última oportunidad para que un trabajo sea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entre a evaluación.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fin del periodo académico del grupo, cuando se consolida todo lo administrativo.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la misma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un margen entre una y otra: ese margen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tiempo extra para entregar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la recepción, lo que llegue puede quedar por fuera. El cierre solo formaliza lo que ya pasó.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 varían según el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todos los grupos del curso tienen el mismo calendario.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aquí no se dan fechas: la suya está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el calendario de su grupo,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clásico y costoso: preguntarle la fecha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otro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quedarse tranquilo con esa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inmediata: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ahora el calendario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grupo y anote su fecha de recepción en su documento del taller.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trabaje siempre con un colchón: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deje la carga para el último día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la plataforma está más congestionada.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CDigital y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de otra asignatura.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listado de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recórralo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arriba 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saltarse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actividad,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entregado / pendiente / borrador. El color no basta; lea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archivo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que es el correcto y 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un homónimo del borrador).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Compruebe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según la norma institucional.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es un enlace, ábralo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ve lo que ve quien no es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pide permiso, sus permisos están cerrados: ábralos antes de seguir.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Capture la pantalla del estado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campus lo permite, y guárdela en una carpeta de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el checklist: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dos casillas.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en una lista aparte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lo que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quién lo resuelve y para cuándo.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Resuelva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dependa solo de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Recorro mi curso en CDigital, actividad por actividad, y voy anotando: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estado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abre bien, nombre correcto. ✔ Capturo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pero al abrirlo veo que subí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versión sin el gráfico corregido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Lo reemplazo ahora mismo.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veo cuatro archivos y mi lista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Falta el Anexo E. ✖ Lo cargo y vuelvo a verificar.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aparece cargada, pero el PDF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tiene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Firmo, reemplazo y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Constancia antiplagio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cargada y abre. ✔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Taller S14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el archivo aparece, pero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"borrador"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nunca pulsé enviar. ✖ Confirmo 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del recorrido: cuatro problemas encontrados en ocho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eran invisibles desde afuera.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tenía que ver con la calidad del trabajo. Los cuatro habrían costado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exactamente el valor de esta sesión: encontrar hoy lo que se descubriría demasiado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Guardar evidencia no es desconfianza: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buena práctica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igual que guardar un comprobante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debe mostrar una buena captura de evidencia: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 la actividad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del espacio de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mensaje de confirmación.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 y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 la plataforma la muestra.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Guárdelas todas en una sola carpeta de su Drive: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Evidencias_Entrega_Apellido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eso, si más adelante alguien pregunta si usted entregó, la respuesta toma diez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campus no permite capturar alguna vista, deje registro escrito: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actividad, archivo, fecha y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carga.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haga una copia de seguridad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Drive personal: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cerrar el periodo, el acceso institucional cambia y recuperar archivos deja de ser inmediato.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"Ya lo subí, entonces ya está recibido."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Subir no es recibido.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el espacio, lea el estado (entregado, no borrador), abra el archivo y guarde la captura. Son treinta segundos por entregable.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"Recepción y cierre son la misma fecha, ¿no?"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última fecha para recibir trabajos;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fin del periodo. Además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cambian según el grupo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consulte la Presentación del Curso y el calendario de su grupo.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guardo capturas, para qué, si yo sé que entregué."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campus lo permite, capture el estado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Esa imagen es su único respaldo verificable si más adelante hay una duda sobre la entrega.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falta un entregable, pero lo subo después con calma."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Recorra el checklist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hoy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entregable faltante puede costar la nota de todo un semestre de trabajo, y el margen para corregirlo se acaba en la recepción.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Verifique los enlaces en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documento compartido sin permisos es, para quien revisa, un documento inexistente.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Verificación de recepción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CDigital abierto,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S15_CierreAdmin_Apellido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checklist de recepción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columnas entregable · cargado · confirmado · evidencia, cubriendo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entregables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Las capturas de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entrega confirmada (o el registro escrito si el campus no permite capturar).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La lista de pendientes administrativos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falta,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resuelve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cuándo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La fecha de recepción de SU grupo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tomada del calendario oficial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 ubicación de entregas.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Verificación de recepción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entregable está marcado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como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uno tiene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guardada en la carpeta del Drive.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pendiente sin responsable ni sin fecha.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Todos los enlaces compartidos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abren en ventana de incógnito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dependa solo de usted, resuélvalo dentro de estos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salga de clase con eso pendiente.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final está entregado y es la versión corregida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desde la plataforma y verifico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está cargado y actualizado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abro: es la versión con los datos finales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los anexos están cargados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archivos contra mi lista de anexos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autorización está firmada y subida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muestra la firma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constancia de antiplagio está adjunta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 por la ruta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actividad quedó en "borrador"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Recorro el listado completo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enlaces abren sin pedir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pruebo en ventana de incógnito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Tengo la evidencia de cada envío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Carpeta Evidencias_Entrega_Apellido en mi Drive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Sé la fecha de recepción de MI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tomé del calendario oficial, no de un compañero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Tengo copia personal de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Carpeta de respaldo en mi Drive propio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la cuenta de lo que construyó a lo largo del proceso, porque en el afán no se ve: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propia, formulada y sostenida.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decenas de fuentes leídas y citadas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diseñado, con su instrumento y su justificación.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propios, discutidos en diálogo con la literatura.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defensa oral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hecha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trabajo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publicado en el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enlace estable y citable.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último punto merece una segunda lectura: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trabajo ya es parte de la conversación académica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estudiante lo va a encontrar buscando en Google Scholar. Como usted encontró a los suyos en la Sesión 04.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muy concreto para su vida profesional: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enlace se pone en la hoja de vida y en el perfil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"un trabajo de la universidad": es una publicación con su nombre.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`S15_CierreAdmin_Apellido` a CDigital — [URL CDigital — campus del curso pendiente], con el checklist y las evidencias.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fecha de recepción de su grupo. No deje nada para el último día hábil.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copia personal de todo: artículo, anexos, póster, guion de sustentación y evidencias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el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artículo en el repositorio cuando quede publicado: le va a servir mucho antes de lo que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Vuelva a leer su artículo dentro de un mes.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 a ver cuánto aprendió, y va a notar que puede explicar cada decisión que tomó.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llevan de este proceso no es solo el documento: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capacidad de investigar de forma ordenada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Formular una pregunta, sostenerla con evidencia, discutirla con otros y defenderla en público sirve en cualquier trabajo de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Felicitaciones: cierran un proceso largo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publicado y una defensa hecha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15: Cierre administrativo · recepción (hasta 22 nov)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