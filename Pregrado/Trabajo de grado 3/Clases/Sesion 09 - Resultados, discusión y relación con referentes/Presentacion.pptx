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Resultados, discusión y relación con referentes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Resultados, discusión y relación con referentes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corazón del artículo: aquí se demuestra que hay conocimiento nuevo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anterior fue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preparación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pregunta, marco, método, instrumento,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jurado puede perdonar un marco teórico corto; no perdona unos resultados confusos.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 y Discusión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lector decide una sola cosa: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¿este trabajo aportó algo?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real de Ingeniería: un equipo automatiza sus pruebas y el despliegue baja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42 a 18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dato, solo, no es un aporte: es un número.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vuelve aporte cuando alguien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significa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frente a lo que ya escribieron otros autores.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salto —del número al significado— es exactamente lo que separa Resultados de Discusión.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ahí está el error de forma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más penalizado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trabajo de grado: mezclarlos.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escribimos las dos secciones, separadas, y dejamos el cuerpo del artículo casi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Tengan abiertas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tabla de hallazgos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(Sesión 07) y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marco teórico cerrado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(Sesión 08): hoy se usan las 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Resultados: qué es y qué NO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 = lo que encontró, en tono neutral.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acta de lo que pasó.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Responde a: ¿qué salió? ¿cuánto? ¿en cuántos casos? ¿en qué dirección?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escribe en pasado y sin adjetivos de valor: nada de *sorprendente*, *excelente*, *muy bueno*.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lugar para interpretar. Si aparece la frase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"esto significa que…"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se pasó de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lugar para citar autores: aquí nadie más habla, solo sus 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volcado del instrumento: no se pega la encuesta ni la tabla cruda de 200 filas (eso va a anexos).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Redacción correcta: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"El tiempo promedio de despliegue pasó de 42 a 18 minutos (n = 12 despliegues)."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Redacción incorrecta: "El tiempo bajó muchísimo, lo que demuestra que la automatización funciona."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subrayado —*demuestra*— es interpretación: pertenece a la Discusión.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Discusión: qué es y qué NO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Discusión = qué significa lo que encontró, en diálogo con los autores de su marco.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Aquí sí habla usted, y hablan los referentes que citó en la Sesión 08.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la sección donde el marco teórico por fin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trabaja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si no lo usa aquí, quedó de adorno.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repetir los resultados con otras palabras (el error más común de todos).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traer datos nuevos que no aparecieron en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ensayo de opinión: cada afirmación se apoya en un hallazgo propio o en una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Pregunta de control para cada párrafo de discusión: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¿aparece al menos un autor citado?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aparece ninguno en toda la sección, todavía no escribió una discusión.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discusión bien hecha se nota porque el lector puede decir: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"ya sé con quién está conversando"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Resultados vs. Discusión: dos secciones, dos tareas distintas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85923"/>
                <a:gridCol w="3946725"/>
                <a:gridCol w="417888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RESULTADOS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DISCUSIÓN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encontré?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significa lo que encontré?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Tono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Neutral, descriptivo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Interpretativo, argumentado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¿Se cita a otros autores?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Sí, 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Verbos típicos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se observó, se registró, aumentó, disminuyó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confirma, contradice, extiende, sugiere, se explica por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Elementos de apoyo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Tablas y figuras rotuladas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Argumentos que remiten a esas tablas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tiempo pasó de 42 a 18 minutos."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"Esta reducción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confirma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lo reportado por X (2022)…"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Error que la arruina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Interpretar dentro de ella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Repetir el dato sin confrontarlo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mnemotécnica: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Resultados = cámara de seguridad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(graba sin opinar).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Discusión = mesa de debate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(todos opinan y se citan).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latido: los cuatro movimientos de un párrafo de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párrafo de discusión bien escrito tiene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mismo pulso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este orden: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Retomar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hallazgo concreto —uno solo por párrafo—.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"El tiempo de despliegue se redujo a la mitad."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Confrontar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un autor del marco: ¿lo confirma, lo contradice o lo extiende?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"Esto confirma lo reportado por X (2022) en equipos de tamaño similar."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Implicación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qué cambia para el problema que usted planteó.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 automatización sí impacta el despliegue en equipos pequeños, no solo en grandes corporaciones."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Límite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todavía 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puede concluir con estos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"Con doce despliegues no se puede afirmar que el efecto se sostenga a largo plazo."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latido: los cuatro movimientos de un párrafo de discusión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un párrafo no tiene los cuatro latidos, casi siempre le falta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(el autor) o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(el límite).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párrafo de discusión rinde entre 5 y 8 líneas. Si va en 20 líneas, probablemente metió dos hallazgos en uno.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Tabla puente: de sus hallazgos a sus párrafos de discusión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66324"/>
                <a:gridCol w="1509042"/>
                <a:gridCol w="1973362"/>
                <a:gridCol w="40628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Hallazgo (de Resultados)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Autor del marco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Relación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Implicación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tiempo de despliegue bajó a la mitad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X (2022)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Confirma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automatización sí impacta el despliegue en equipos pequeños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Aparecieron 2 fallos nuevos en producción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Y (2020)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Contradice / matiza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contexto local introduce riesgos que la literatura no reporta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equipo tardó 3 semanas en adoptar la herramienta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Z (2021)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Extiende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costo de adopción es una variable que Z no midió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Dos desarrolladores dejaron de correr pruebas locales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Sin referente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Hallazgo emergente: se reporta y se propone como trabajo futuro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Llenen esta tabla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antes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escribir: cada fila se convierte después en un párrafo. La última fila muestra qué hacer cuando ningún autor habla de su hallazgo: se dice, no se esconde.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tres verbos del diálogo: confirma, contradice, extiende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Confirma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su hallazgo va en la misma dirección que el del autor.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Fórmula: "Este resultado es consistente con X (2022), quien reportó…".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Cuidado: confirmar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copiar; agregue qué aporta su caso (contexto colombiano, otro tamaño de equipo).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Contradice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su hallazgo va en dirección opuesta. Es el caso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más valioso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el que más miedo 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Fórmula: "A diferencia de Y (2020), en este estudio se observó…, lo que puede explicarse por…".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Contradecir no es atacar al autor: es mostrar que el contexto cambia el resultado.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Extiende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su hallazgo entra donde el autor no llegó.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Fórmula: "Z (2021) analizó… ; este trabajo agrega evidencia sobre…, no abordado por ese estudio".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artículo con los tres verbos presentes se lee como investigación; uno con puro *confirma* se lee como resumen.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mismo dato, dos párrafos muy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PÁRRAFO POBRE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(lo que entrega la mayoría):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"El tiempo de despliegue bajó a 18 minutos. Fue una mejora importante para el equipo y demuestra que automatizar sirve."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Diagnóstico: repite el resultado, opina sin apoyo,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cero autores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No aporta nada nuevo al lector.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PÁRRAFO CON EL LATIDO COMPLETO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"El tiempo promedio de despliegue se redujo a la mitad tras incorporar las pruebas automatizadas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(1. hallazgo)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"Este comportamiento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confirma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reportado por X (2022), quien halló reducciones cercanas al 50 % en equipos de hasta diez desarrolladores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(2. autor)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"La implicación es que el beneficio de la automatización no está reservado a grandes corporaciones: aparece también en equipos pequeños con recursos limitados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(3. implicación)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"No obstante, los dos fallos detectados en producción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matizan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hallazgo y coinciden con la advertencia de Y (2020) sobre la falsa confianza en suites incompletas; con doce despliegues no es posible afirmar que el efecto se sostenga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(4. límite)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Cuente las diferencias: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dos autores citados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una implicación explícita y un límite reconocido. Eso es discutir.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Copien la estructura, no el contenido: el ejemplo es de un proyecto de software, pero el latido sirve igual para un estudio de procesos, de usuarios o de infraestructura.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Ningún objetivo huérfano: la discusión cierra uno por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 artículo prometió unos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 específicos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 discusión es donde se cobran.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Técnica sencilla: haga una tabla de dos columnas —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específico | párrafo que lo responde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una fila queda vacía, ese objetivo está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huérfano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el jurado lo va a encontrar.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la pregunta más fácil de hacer en una sustentación: *"¿dónde respondió su segundo objetivo?"*.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Buena práctica de escritura: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subtítulos o párrafos ordenados por objetivo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Así el lector recorre la discusión con el mismo mapa con el que leyó la introducción.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Coherencia que revisa el jurado: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 → objetivos → método → resultados → discusión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deben contarse la misma historia.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 resultado no responde a ningún objetivo, sobra o revela que faltó un objetivo.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 objetivo no tiene resultado, faltó trabajo o el objetivo estaba mal formulado desde el principio.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Mitos y errores frecuentes de esta sección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"En Resultados ya explico qué significa cada dato, para que se entienda mejor."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Resultados es neutral: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qué encontró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significado va en Discusión. Si le duele soltar la interpretación, córtela y péguela en la sección siguiente: la va a necesitar.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"En la Discusión repito los resultados con otras palabras; total, es lo mismo."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18888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286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solo repite, no aporta. La discusión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dialoga con autores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confirma, contradice o extiende. Sin citas no hay discusión.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Mitos y errores frecuentes de esta sección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"El dato que contradice mi hipótesis mejor lo dejo por fuera."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Reportarlo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da credibilidad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ocultarlo es un problema de integridad académica. Discuta la limitación: los jurados premian la honestidad, no la perfección fingida.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77056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867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Un objetivo sin párrafo que lo responda es la falla más detectable del artículo. Revise la tabla objetivo → párrafo antes de entregar.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escriben las limitaciones sin hundir 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limitación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una disculpa ni una confesión de incompetencia: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acotamiento del 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Fórmula de tres partes que funciona siempre: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 Qué limitó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 cómo afecta la lectura del resultado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 qué se hará o se propone al respecto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Ejemplo: "El estudio trabajó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doce despliegues de un solo equipo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(1); por ello los resultados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son generalizables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organizaciones con múltiples equipos (2); se propone replicar la medición en al menos tres equipos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futuro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(3)."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Limitaciones típicas y legítimas en Ingeniería: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Tamaño reducido de la muestra o del periodo de observación.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Contexto único (una sola empresa, un solo entorno de pruebas).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Instrumento autoaplicado (los usuarios reportan su percepción, no una medición objetiva).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Variables no controladas (cambios de personal, cargas de trabajo del periodo).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escriben las limitaciones sin hundir el trabajo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limitación: "tuve poco tiempo", "no encontré artículos", "el docente pidió mucho".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escribir la sección hoy (herramientas gratis y en la nube)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su tabla de hallazgos de la Sesión 07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el insumo, no se escribe desde cero.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Resultados hallazgo por hallazgo, en pasado y sin interpretar. Rotule cada tabla o figura (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Figura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Lea lo escrito buscando trampas: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"esto significa", "lo que demuestra", "claramente"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Todo eso se corta y se mueve a Discusión.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Construya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tabla puente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(hallazgo | autor | relación | implicación) con las fuentes de su marco.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un hallazgo no tiene autor asociado, búsquelo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los términos exactos del hallazgo.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cada fila de la tabla puente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párrafo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los cuatro latidos.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Agregue el párrafo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limitaciones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fórmula de tres partes.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la tabla objetivo → párrafo: ningún objetivo sin respuesta.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Genere y pegue las referencias nuevas desde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APA 7; no las escriba a mano.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para escribir la sección hoy (herramientas gratis y en la nube)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10.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Guarde y suba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Resultados y discusión de su artículo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S09_ResultadosDiscusion_Apellido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Redacte la sección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Resultados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tono neutral, apoyándose en su tabla de hallazgos. Mínimo tres hallazgos, cada uno con su dato.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párrafos de Discusión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el latido completo: hallazgo → autor que confirma/contradice/extiende → implicación → límite.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Agregue el párrafo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limitaciones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 fórmula de tres partes.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con la tabla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 específico | párrafo que lo responde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verifique que ninguna fila quede vacía.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trabajo individual; el Docente pasa acompañando.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Resultados y discusión de su artículo (20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(verificable, no opinable):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Resultados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ninguna frase interpretativa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(búsquela con Ctrl+F: *significa*, *demuestra*, *claramente*).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Discusión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dos autores citados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APA 7 dentro del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Cero objetivos huérfanos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tabla de cierre.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archivo en CDigital, formato Google Docs o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su proyecto todavía no tiene datos finales, trabaje con los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hallazgos preliminares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el objetivo de hoy es dominar la estructura, no cerrar el artículo.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64614"/>
                <a:gridCol w="5334528"/>
                <a:gridCol w="121239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Reviso que…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compruebo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¿Listo?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 no interpreta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Busco *significa / demuestra / claramente*: cero coincidencias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 no cita autores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aparece ningún (Apellido, año) en la sección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tabla y figura está rotulada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Tabla 1, Figura 1… y se menciona en el 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Cada párrafo de discusión tiene los 4 latidos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Subrayo hallazgo, autor, implicación y límite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al menos 2 autores en la discusión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cuento uno por 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Reporté también lo que no salió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Existe al menos una frase que matiza o contradice mi expectativa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Ningún objetivo quedó huérfano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Tabla objetivo → párrafo, sin filas vacías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 nuevas en 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Generadas en ZoteroBib y ya en la lista final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☐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`S09_ResultadosDiscusion_Apellido` a CDigital — [URL CDigital — campus del curso pendiente].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casa los párrafos de discusión que falten: la meta es una discusión que responda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objetivos.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Recupere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marco teórico los autores que aún no ha usado: si un referente nunca aparece en la discusión, revise si merece seguir en el marco.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cuántas referencias distintas lleva citadas en el cuerpo; la lista final debe caminar hacia el mínimo exigido.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esta sección,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cuerpo del artículo queda casi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 ponemos la cabeza y la cola —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resumen, palabras clave del tesauro UNESCO, conclusiones y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el artículo completo a la vista: el resumen solo se puede escribir cuando ya existe todo lo demás.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Resultados, discusión y relación con referentes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