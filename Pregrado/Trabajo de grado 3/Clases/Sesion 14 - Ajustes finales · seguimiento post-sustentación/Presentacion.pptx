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14 — Ajustes finales · seguimiento post-sustentación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Trabajo de Grado 3 — Modelos de Innovación (Ing. Sistemas)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14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Tema: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Ajustes finales · seguimiento post-sustentación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TRABAJO DE GRADO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jurado habló: hay que convertir eso en tareas, no en pánico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Después de sustentar pasa siempre lo mismo: uno sale con la cabeza llena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frases sueltas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los jurados.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"Faltó discutir tal limitación", "revise dos referencias", "la figura 3 no tiene rótulo", "el objetivo dos quedó corto".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Dos reacciones típicas, y las dos son malas: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Parálisis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"me lo tumbaron todo", y no se toca el documento en dos semanas.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Ansiedad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se abre el archivo y se cambian veinte cosas a la vez, sin orden ni respaldo.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Lo que funciona es aburridamente simple: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matriz, una prioridad y una versión con respaldo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Atender los ajustes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 opcional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es condición para cerrar el trabajo y para poder cargar limpio al repositorio.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Y hay un detalle que casi nadie ve: un ajuste puede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romper la coherencia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otras secciones que ya estaban bien.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Hoy salimos con una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matriz de ajustes priorizada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con los ajustes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críticos ya incorporados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Traiga sus notas de la sustentación, aunque sean tres líneas en el celular. Si no tomó notas, reconstrúyalas ahora, antes de que se le olviden.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 matriz de ajustes: cuatro columnas que ordenan todo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Una matriz de ajustes es una tabla en Google Docs o Sheets con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cuatro columnas fijas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1. Observación del jurado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transcrita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tal como la dijeron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no interpretada ni suavizada.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2. Cambio a realizar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la traducción a una acción concreta y verificable sobre el documento.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3. Prioridad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crítica, mayor o menor.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4. Estado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pendiente, en proceso o hecho.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columna 2 es la que hace el trabajo real: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traducir una queja en una tarea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Observación vaga: "la discusión está floja". Cambio concreto: "agregar dos párrafos que confronten los hallazgos 2 y 3 con autores del marco".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no logra escribir la columna 2, es señal de que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entendió la observación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pregúntela, no la adivine.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 matriz de ajustes: cuatro columnas que ordenan todo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Regla de registro: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toda observación entra a la matriz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incluso las que le parecen injustas o menores.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Una observación no registrada es una observación que va a reaparecer justo antes de la fecha de recepción.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modelado: una matriz de ajustes real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35204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675464"/>
                <a:gridCol w="4249755"/>
                <a:gridCol w="1378299"/>
                <a:gridCol w="1608015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Observación del jurado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Cambio a realizar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Prioridad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Estado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"No discutió la limitación del tamaño de muestra"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Agregar párrafo de limitaciones en la discusión, con la fórmula de tres partes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Crítica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Pendiente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"El objetivo específico 2 quedó sin responder"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Escribir el párrafo de discusión que cierra ese objetivo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Crítica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En proceso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"Revisar dos referencias que están incompletas"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Regenerar esas fichas en ZoteroBib y reemplazarlas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Mayor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Pendiente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"La conclusión no responde la pregunta, la repite"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Reescribir el primer párrafo de conclusiones con la respuesta directa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Mayor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Pendiente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"La figura 3 no tiene rótulo ni fuente"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Rotular Figura 3 y agregar la fuente al pie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Menor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Hecho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"Hay dos párrafos con sangría distinta"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Unificar formato de párrafo en todo el documento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Menor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Hecho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34924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En seis filas está el plan de trabajo completo y priorizado. Lo que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no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está en la matriz, no existe: se va a olvidar.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Priorizar: crítico, mayor, menor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No todos los ajustes pesan igual. Atenderlos en desorden es la forma más rápida de perder el tiempo.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CRÍTICO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afecta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validez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del trabajo o una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conclusión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Ejemplos: un objetivo sin responder, una conclusión que los datos no sostienen, una limitación no reconocida.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obligatorio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resolverlo antes de cargar al repositorio. Va primero, siempre.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MAYOR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afecta una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sección completa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pero no invalida el trabajo.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Ejemplos: una discusión sin autores, referencias incompletas, un método explicado a medias.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MENOR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es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forma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rótulos, sangrías, ortografía, formato de tabla.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No se ignoran: son rápidos, suman a la calidad final y son lo primero que se ve en un documento público.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Priorizar: crítico, mayor, menor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Estrategia realista de trabajo: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primero todos los críticos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luego los mayores, y los menores en una sola pasada de forma al final.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Hacer los menores primero da sensación de avance y es una trampa: se llega a la fecha con lo crítico sin tocar.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clasificar una observación en 10 segundos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5" cy="35204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4364614"/>
                <a:gridCol w="2641740"/>
                <a:gridCol w="3905181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Pregunta guía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Si la respuesta es sí…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Ejemplo típico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¿Sin este cambio alguna conclusión queda sin sustento?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CRÍTICO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 objetivo específico sin responder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¿Sin este cambio el método queda mal explicado?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CRÍTICO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No se dice cómo se seleccionó el caso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¿Afecta una sección entera, pero no la validez?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MAYOR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Discusión sin ningún autor citado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¿Afecta la trazabilidad de las fuentes?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MAYOR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Referencias incompletas o huérfanas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¿Es un tema de presentación o formato?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MENOR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Figura sin rótulo, sangría dispareja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¿Es una sugerencia de estilo personal del jurado?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MENOR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(se valora y se decide)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"Yo hubiera usado otro orden de secciones"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34924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La última fila importa: no toda observación obliga a un cambio. Si decide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no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aplicarla,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regístrelo con su justificación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; eso también se defiende.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efecto dominó: un cambio nunca viaja solo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error silencioso de esta etapa: corregir un párrafo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dejar inconsistente el resto del documento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Ejemplo concreto de dominó: el jurado pide corregir un dato de resultados —de 18 a 21 minutos—.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Ese número aparece también en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resumen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en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discusión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en las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conclusiones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en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póster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solo lo cambia en resultados, el artículo se contradice a sí mismo. Y eso sí lo ve cualquiera.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Antes de dar por hecho un ajuste, hágase tres preguntas: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¿Este dato o afirmación aparece en otra sección?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(Búsquelo con Ctrl+F, no de memoria.)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¿La conclusión sigue siendo válida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el nuevo dato?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¿El resumen sigue siendo un espejo fiel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del artículo corregido?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Regla práctica: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resumen y las conclusiones se revisan de último, siempre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porque dependen de todo lo demás.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Mapa de dependencias: si cambia esto, revise aquello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35204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871456"/>
                <a:gridCol w="4249755"/>
                <a:gridCol w="3790322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Si cambia…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Debe revisar…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Por qué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dato de resultados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Discusión, conclusiones, resumen, póster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número se repite en las cuatro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objetivo específico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Método, resultados, discusión y conclusiones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Toda la cadena de coherencia depende de él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La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pregunta de investigación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Título, objetivos, conclusiones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artículo entero cuelga de la pregunta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párrafo de discusión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Referencias y conclusiones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Si suma un autor, entra a la lista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Una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referencia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Todas las citas de ese autor en el cuerpo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Cambia el año o los apellidos citados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Las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limitaciones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Conclusiones y trabajo futuro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Los límites definen hasta dónde se concluye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34924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Recorra este mapa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antes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de marcar un ajuste como "hecho". Un ajuste hecho a medias es peor que uno pendiente: da falsa sensación de cierre.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Trabajar con red: historial de versiones de Google Docs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En esta etapa se hacen cambios grandes sobre un documento que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ya estaba bien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Hay que poder devolverse.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No hace falta software especializado ni instalar nada: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Docs guarda todo el historial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gratis.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a paso: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Menú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Archivo → Historial de versiones → Ver historial de versiones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el panel derecho aparecen las versiones por fecha y hora, con los cambios resaltados por autor.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Haga clic en cualquiera para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previsualizarla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completa antes de decidir.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Si esa versión servía mejor, use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Restaurar esta versión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; el documento vuelve a ese punto.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lo más útil: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Archivo → Historial de versiones → Asignar nombre a la versión actual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Nómbrela así antes de empezar a corregir: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"Versión sustentada"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"Ajustes críticos aplicados"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"Versión para repositorio"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Trabajar con red: historial de versiones de Google Docs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Con versiones nombradas, devolverse toma diez segundos en vez de veinte minutos de arrepentimiento.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Nunca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trabaje los ajustes sobre un archivo local sin respaldo: es la forma clásica de perder una tarde de trabajo.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se responde formalmente al jurado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Muchos programas piden, además del documento corregido, una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relación de atención de observaciones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 una tabla corta de tres columnas: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observación · qué se hizo · dónde quedó (página o sección)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"Falta discutir la limitación de muestra" → "Se agregó párrafo de limitaciones" → "Discusión, p. 14".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"Revisar dos referencias" → "Se regeneraron en APA 7 y se corrigieron en la lista" → "Referencias, p. 21".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columna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"dónde quedó"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 la que le ahorra tiempo al jurado y la que más se agradece: no lo obliga a buscar.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Si decidió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aplicar una observación, escríbalo con respeto y con argumento: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"Se valoró la sugerencia de reordenar las secciones; se mantuvo la estructura por corresponder a la plantilla institucional exigida."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Tono: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profesional y sin justificaciones emocionales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Ni disculpas largas ni defensas acaloradas.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Este documento es también su respaldo: deja constancia de que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cada observación fue atendida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en la etapa de ajustes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713232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"Las observaciones menores las ignoro, total son detalles."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79191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88920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Todas se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registran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y se atienden por prioridad. Las menores son de forma, se resuelven rápido y son lo primero que se ve en un documento público.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77056"/>
            <a:ext cx="10911535" cy="713232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986784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"Cambio todo lo que dijo el jurado, tal cual, sin pensar."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818888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928616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Priorice —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crítico, mayor, menor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— y revise el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efecto dominó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Y si una sugerencia no procede, regístrela con su justificación en vez de aplicarla a ciegas.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en la etapa de ajustes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713232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"Modifiqué mucho y perdí la versión que estaba buena."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79191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88920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Use el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historial de versiones de Google Docs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y nombre las versiones clave antes de corregir. Nunca trabaje sin respaldo en esta etapa.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77056"/>
            <a:ext cx="10911535" cy="713232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986784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"Voy corrigiendo de memoria; ya sé qué me dijeron."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818888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928616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La memoria falla justo en las observaciones incómodas. La matriz debe mostrar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estado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(hecho / pendiente) para que ninguna se pierda.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en la etapa de ajustes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Corrija un ajuste completo antes de pasar al siguiente. Dejar cinco cambios a medias es la mejor forma de romper la coherencia del documento.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— Matriz de ajustes y versión corregida (20 minutos)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Consigna literal.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Entregue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S14_AjustesPost_Apellido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(1) La matriz de ajustes completa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con las columnas observación · cambio a realizar · prioridad · estado. Debe incluir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todas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las observaciones recibidas, sin filtrar.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(2) Los ajustes CRÍTICOS ya incorporados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el documento del artículo.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(3) La revisión del efecto dominó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cada ajuste crítico: qué otras secciones tocó y qué verificó en ellas.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(4) Una versión nombrada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el historial de Google Docs: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"Ajustes críticos aplicados"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Adjunte la captura del panel de historial.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Tiempo: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20 minutos. El Docente acompaña resolviendo dudas de clasificación por prioridad.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— Matriz de ajustes y versión corregida (20 minutos)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Criterio de éxito (verificable):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Cada observación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aparece en la matriz con su prioridad y su estado;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ninguna celda vacía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Los ajustes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críticos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están incorporados en el documento, no solo listados.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Para cada crítico se documentó la revisión de las secciones dependientes.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Existe al menos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una versión nombrada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el historial antes de los cambios.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Si aún no ha sustentado, trabaje con las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observaciones del ensayo de la sesión anterior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y con lo que su propia checklist marcó como pendiente. La mecánica es exactamente la misma.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de autoevaluación antes de entregar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45262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4364614"/>
                <a:gridCol w="5334528"/>
                <a:gridCol w="1212392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Reviso que…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Cómo lo compruebo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¿Listo?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Todas las observaciones están registradas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Comparo la matriz con mis notas de sustentación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Cada observación tiene un cambio concreto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Ninguna columna 2 dice "mejorar" a secas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Cada una tiene prioridad asignada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Crítico / mayor / menor, sin celdas vacías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Los críticos están hechos, no pendientes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Los busco dentro del documento corregido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Revisé el efecto dominó de cada crítico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Ctrl+F del dato o afirmación en todo el artículo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El resumen sigue siendo espejo del artículo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 releo después de todos los cambios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Las conclusiones siguen siendo válidas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Verifico que los datos corregidos las sostienen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Nombré la versión en el historial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Archivo → Historial de versiones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de autoevaluación antes de entregar (cont.)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10058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4364614"/>
                <a:gridCol w="5334528"/>
                <a:gridCol w="1212392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Reviso que…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Cómo lo compruebo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¿Listo?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Redacté la relación de atención de observaciones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Tabla observación · qué hice · dónde quedó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Trabajo autónomo y qué viene después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Suba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`S14_AjustesPost_Apellido` a CDigital — [URL CDigital — campus del curso pendiente], con la matriz y la versión corregida.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Termine los ajustes mayores y menores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trabajo autónomo, en ese orden, y actualice la columna de estado.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Deje la matriz en cero pendientes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antes de la fecha de recepción de su grupo (consúltela en la Presentación del Curso).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Vuelva a exportar el PDF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después de los cambios: el que ya tenía quedó desactualizado.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Actualice el póster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si algún dato cambió; suele ser lo que todo el mundo olvida.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Nombre una versión final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el historial: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"Versión para repositorio"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Próxima sesión: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cierre administrativo y verificación de recepción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comprobar que todo quedó cargado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y recibido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Llegue con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CDigital abierto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con la lista de todo lo que ha entregado durante el curso.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Sesión 14: Ajustes finales · seguimiento post-sustentación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Siguiente encuentro: continúa el hilo del mismo entregable.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TRABAJO DE GRADO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