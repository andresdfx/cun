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11 — Póster · evidencias · verificación antiplagio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11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Póster · evidencias · verificación antiplagio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Un metro y un minuto: la regla que define el póster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Imagine el pasillo de una jornada de investigación: veinte pósteres colgados y gente que camina.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Nadie se detiene a leer un documento pegado en la pared.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Nadie.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Su póster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metro de distancia y un minuto de atención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para lograr que alguien se acerque a preguntar.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Por eso el póster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el artículo en miniatura: es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pieza de divulgación visual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brutal y honesta: proyecte su póster,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aléjese un metro de la pantalla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trate de leerlo.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 que no se lee, sobra. No se achica la fuente: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 corta el texto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trabajamos tres cosas que van juntas en la recta final: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póster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divulgación.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Las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evidencias y anexos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la obra-creación.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verificación antiplagio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desmontamos de entrada el pánico: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antiplagio no muerde si usted cita bien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Herramientas de hoy: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Canva free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o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Google Slides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para el póster; ambas gratis, en el navegador, sin instalar nada.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póster: qué es y qué NO 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síntesis visual que cuenta lo esencial de su investigación de un vistazo.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invitación a conversar: el póster abre la puerta, usted da la explicación en vivo.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artículo con letra 8 y márgenes de 5 mm (el error clásico, y se detecta a tres metros).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afiche publicitario: no lleva eslóganes, ni frases de motivación, ni fondos que compitan con el texto.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lugar de la bibliografía completa: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máximo 3 citas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las imprescindibles.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Proporción sana de un póster: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≈ 40 % texto, 40 % elementos visuales, 20 % espacio en blanco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espacio en blanco no es desperdicio: es lo que hace legible lo demás.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Elementos visuales que sí funcionan: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gráfico de su resultado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un diagrama del método, una foto del prototipo.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diagrama sencillo se puede armar gratis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Excalidraw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tldraw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exportarse como imagen.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Anatomía del póster: bloque por bloque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03546"/>
                <a:gridCol w="4000896"/>
                <a:gridCol w="2303546"/>
                <a:gridCol w="2303546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Bloque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contiene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Extensión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Dónde va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Título + autoría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Título corto y legible de lejos; autor y programa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 línea, fuente muy grande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Cabecera, todo el ancho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Problema y pregunta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Por qué importa y qué se preguntó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2–3 líneas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Columna 1, arriba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Diagrama o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3 pasos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numerados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3 viñetas o 1 esquema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Columna 1–2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Hallazgo principal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1 gráfico + 1 frase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con el dato fuerte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elemento más grande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Columna 2, centro visual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Conclusión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respuesta a la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1–2 líneas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Columna 3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Referencias clave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Máximo 3, en APA 7 abreviada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3 líneas pequeñas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Pie del póster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centro visual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es donde el ojo cae primero. Ahí va el hallazgo, no el logo ni el título. Si su gráfico no está en el centro, el póster está mal armado.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Jerarquía visual: cómo se guía el ojo del que pasa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lector recorre el póster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saltos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leyendo línea por línea: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Salto 1 (3 segundos):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título y la imagen grande. Decide si se queda.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Salto 2 (20 segundos):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hallazgo y la conclusión. Decide si le interesa.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Salto 3 (1 minuto):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problema y método, si ya se enganchó.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Diseñe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ese orden de importancia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en el orden del artículo.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Escala de tamaños que funciona a un metro de distancia: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Título: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doble de grande que cualquier otro texto de la pieza.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Subtítulos de 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claramente mayores que el cuerpo y siempre del mismo tamaño entre sí.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Cuerpo: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frases cortas; si un bloque pasa de 5 líneas, sobra texto.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Jerarquía visual: cómo se guía el ojo del que pasa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Contraste: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texto oscuro sobre fondo claro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gana casi siempre. Los fondos con foto matan la legibilidad.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Use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máximo dos colores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además del negro, y úselos para señalar, no para decorar.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montar el póster en Canva free o Google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Canva free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busque la plantilla "Póster académico" o "Research poster"; o cree una diapositiva única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Slides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Slides, defina el tamaño en Archivo → Configuración de página → Personalizado (formato vertical tipo A1 o A0, según pida el evento).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Dibuje primero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retícula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cabecera + tres columnas. Sin retícula, el póster queda desordenado sin remedio.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el título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antes que nada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hágalo corto: si no cabe en una línea, acórtelo.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Pegue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gráfico del hallazgo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centro y agrándelo hasta que sea el elemento dominante.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Redacte cada bloque con la regla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idea por bloque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problema, método, hallazgo, conclusión.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Corte texto hasta que cada bloque quepa sin achicar la letra.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Achicar fuente es hacer trampa consigo mismo.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Agregue máximo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 referencias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pie, en tamaño pequeño.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9.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Exporte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PDF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(Canva free y Slides exportan a PDF sin costo)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pruebe el metro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proyecte y aléjese.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montar el póster en Canva free o Google Slides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10.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el PDF a CDigital — [URL CDigital — campus del curso pendiente].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el mismo proyecto, en versión póster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Título: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"Automatización de pruebas y tiempo de despliegue en un equipo pequeño de desarrollo".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Nótese: dice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qué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dónde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en once palabras, sin subtítulos ni dos puntos decorativos.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Problema y pregunta: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"Los despliegues manuales tardan y fallan.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¿En qué medida automatizar las pruebas de regresión reduce el tiempo de despliegue?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Método (3 pasos):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"1) Medición base de 12 despliegues manuales. 2) Implementación de la suite automatizada. 3) Nueva medición y cuestionario de confianza."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Hallazgo principal (centro, con gráfico de barras):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42 → 18 minutos.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tiempo promedio de despliegue se redujo a la mitad."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Debajo del gráfico, una sola línea: "Se registraron además 2 fallos nuevos en producción."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Conclusión: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"Automatizar reduce el tiempo de entrega en equipos pequeños, pero exige vigilar la cobertura de la suite."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Total de palabras del póster: menos de 120.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resto es aire, un gráfico y jerarquía.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Contraejemplo real que hay que evitar: pegar los cuatro párrafos de la discusión en la columna 3. Nadie los va a leer de pie.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Evidencias y anexos: qué se anexa y qué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anexos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respaldan el proceso; son la prueba de que el trabajo realmente ocurrió.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Qué se anexa típicamente en un trabajo de Ingeniería: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Instrumento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diseñado (cuestionario, guía de entrevista, ficha de observación).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Capturas del prototipo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 de la obra-creación, fechadas.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Bitácora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del proceso, con las decisiones y sus fechas.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Formatos de consentimiento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 autorización, cuando aplique.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Tablas de datos crudos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no cabían en el cuerpo.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NO se anexa: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"todo lo que tengo por si acaso". Un anexo que nadie referencia es ruido y resta.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Evidencias y anexos: qué se anexa y qué no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Tres reglas no negociables de un anexo bien puesto: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Rotulado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cada uno con letra y nombre: *Anexo A. Cuestionario de percepción de confianza*.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Referenciado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desde el cuerpo — en el texto debe aparecer "(ver Anexo A)". Si nunca se menciona, no debería estar.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Legible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capturas nítidas, no fotos de pantalla tomadas con el celular en diagonal.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arma la lista de anexos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7349"/>
                <a:gridCol w="4364614"/>
                <a:gridCol w="3030982"/>
                <a:gridCol w="181858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Anexo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Contenido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 referencia en…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Anexo 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Cuestionario de percepción de confianza (instrumento completo)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Sección de método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Listo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Anexo B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Capturas del pipeline automatizado, con fecha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Sección de resultados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Falta rotular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Anexo C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Bitácora de implementación (semana a semana)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Método y discusión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Listo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Anexo D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Tabla completa de los 12 despliegues medidos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Resultados, Tabla 2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Listo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Anexo 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Autorización de uso de datos del equipo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Consideraciones éticas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Pendiente firma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Arme esta tabla en Google Docs y úsela como control. La columna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"Se referencia en…"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es la que delata los anexos de relleno: si queda vacía, el anexo sale.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Antiplagio: qué mide de verdad y qué NO mide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software de similitud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mide coincidencia textual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entre su documento y un conjunto de fuentes.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Eso es todo. Es un comparador de cadenas de texto, no un juez.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 que NO hace: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 distingue entre una cita bien hecha y un párrafo copiado.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cita textual correcta, entrecomillada y referenciada, también aparece marcada como coincidencia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Por eso un porcentaje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un veredicto de plagio: es un punto de partida para revisar.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Antiplagio: qué mide de verdad y qué NO mide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 que sí revela un porcentaje alto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casi siempre: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Parafraseo deficiente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se cambiaron tres palabras y se dejó la estructura del original.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Falta de citación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se tomó una idea o un texto y no se dio crédito.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Exceso de citas textuales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el trabajo cita demasiado y argumenta demasiado poco.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Coincidencias legítimas y esperables: títulos de secciones, nombres de normas, referencias en la lista.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revisión se hace por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ruta institucional disponible en 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habilita y confirma el Docente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por páginas de terceros.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Diagnóstico honesto de un porcentaje alto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560606"/>
                <a:gridCol w="2871456"/>
                <a:gridCol w="447947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está marcado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Causa real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hacer (legítimo)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párrafo casi idéntico a la fuente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Parafraseo de tres palabras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Reescribir la idea con voz propia y citar igual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Muchas comillas seguidas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Exceso de cita textual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Convertir a paráfrasis; dejar solo la cita imprescindible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Frases sin ninguna cita cerca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tomó la idea sin dar crédito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Agregar la cita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; es lo único que falta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lista de referencias completa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Coincidencia esperable y legítima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Nada: es normal, se excluye del análisis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Definiciones de normas o estándares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Texto normativo de redacción fija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Citarlo textual y entrecomillado, con la fuente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Ninguna fila de esta tabla dice "aplicar trucos". Cambiar sinónimos con un traductor, insertar caracteres invisibles o alterar letras es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fraude académico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y hoy se detecta.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cómo baja la similitud de forma legítima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 original (autor X, 2022):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"La automatización de las pruebas de regresión reduce de manera significativa el tiempo requerido para desplegar nuevas versiones en equipos de desarrollo de tamaño reducido."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Parafraseo FALSO (lo que hace la mayoría):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"La automatización de las pruebas de regresión disminuye de forma importante el tiempo necesario para desplegar nuevas versiones en equipos de desarrollo pequeños."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Diagnóstico: se cambiaron cuatro palabras y se mantuvo la estructura completa.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El detector lo marca igual, y con razón.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Parafraseo REAL + cita: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"Cuando un equipo pequeño deja de correr sus pruebas a mano, el cuello de botella del despliegue prácticamente desaparece; X (2022) documentó ese efecto en organizaciones con menos de diez desarrolladores."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Diagnóstico: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idea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se conserva,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estructura y las palabras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son suyas,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el crédito sigue estando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la cita.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Regla de oro para parafrasear bien: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lea el párrafo,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cierre la fuente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y escríbalo de memoria con sus palabras. Después vuelva a abrirla y verifique que no distorsionó la idea.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siempre, siempre: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parafrasear no elimina la obligación de citar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La cita reconoce la idea, no solo las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Mitos que hay que enterrar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"Pego el artículo completo en el póster, así no falta nada."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póster 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divulgación visual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no el artículo en miniatura. Si no se lee a un metro, sobra texto. Lo que falte, lo dice usted en vivo.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77056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86784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"Tengo 40 % de similitud: voy a hacer trucos para bajarlo."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18888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286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Los trucos son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fraude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y se detectan. El porcentaje baja de forma legítima reescribiendo con sus palabras y citando bien: revise primero qué está marcado y por qué.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Mitos que hay que enterrar hoy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"Parafrasear es cambiar tres o cuatro palabras por sinónimos."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Parafrasear 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reexpresar la idea completa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con su propia estructura y voz, y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aun así citar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la fuente. La prueba: hágalo con la fuente cerrada.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77056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86784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"Anexo todo lo que tengo, por si el jurado lo pide."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18888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286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Anexe solo lo que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sustenta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rotulado y referenciado desde el cuerpo ("ver Anexo A"). Un anexo que nadie menciona resta orden al documento.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Mitos que hay que enterrar hoy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lo prestado se cita: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texto, ideas, imágenes, gráficos y código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Una figura tomada de internet sin fuente es tan citable como un párrafo.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Póster, anexos y revisión de similitud (20 minutos)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Entregue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S11_PosterEvidencias_Apellido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tres productos: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 Póster de una página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Canva free o Google Slides, con los bloques problema · método · hallazgo · conclusión, un gráfico en el centro y máximo 3 referencias al pie. Exportado en PDF.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 Lista de anexos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tabla, con las columnas anexo · contenido · dónde se referencia · estado. Mínimo tres anexos reales de su proyecto.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 Un párrafo reescrito: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identifique en su artículo el párrafo con mayor riesgo de similitud, transcríbalo, y debajo escriba su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paráfrasis real con la cita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correspondiente.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Deje por escrito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cómo opera la revisión de similitud en el aula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según lo que confirmó el Docente: cuándo ocurre y si el curso pide adjuntar algún informe.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20 minutos. El Docente pasa haciendo la "prueba del metro" a los pósteres.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Póster, anexos y revisión de similitud (20 minutos)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(verificable):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póster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 entiende a un metro de distancia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tiene menos de ~150 palabras.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Cada anexo tiene rótulo y una sección del cuerpo donde se referencia;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ninguna celda "se referencia en" vacía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párrafo reescrito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conserva la idea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comparte la estructura del original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mantiene la cita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Ejercicio de control en pareja: muéstrele su póster a un compañero durante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30 segundos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y quítelo. Si no puede repetirle su hallazgo principal, el póster todavía no funciona.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entregar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364614"/>
                <a:gridCol w="5334528"/>
                <a:gridCol w="121239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Reviso que…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lo compruebo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¿Listo?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póster pasa la prueba del metro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 proyecto y me alejo un metro: leo todo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hallazgo es el elemento más grande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gráfico domina el centro visual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Ningún bloque pasa de 5 líneas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Los cuento uno por uno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Máximo 3 referencias en el póster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Están al pie, en APA abreviada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Cada anexo está rotulado (A, B, C…)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Tienen letra y nombre descriptivo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Cada anexo se referencia en el cuerpo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Ctrl+F: "ver Anexo" aparece para todos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Las imágenes ajenas tienen fuente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Reviso cada figura del artículo y del póster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Mi párrafo de riesgo fue reescrito y citado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Comparo original y paráfrasis: estructura distinta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entregar (cont.)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1005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364614"/>
                <a:gridCol w="5334528"/>
                <a:gridCol w="121239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Reviso que…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lo compruebo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¿Listo?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Sé cómo opera la revisión de similitud del aula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Lo anoté según lo que confirmó el Docente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y qué viene después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Suba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`S11_PosterEvidencias_Apellido` a CDigital — [URL CDigital — campus del curso pendiente].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 entrega pasa por la revisión de similitud institucional del aula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; si el curso exige alguna constancia, el Docente indica cómo obtenerla para el paquete del repositorio.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 le comparten el informe, mírelo completo, no solo el porcentaje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revise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quedó marcado y por qué, y decida qué reescribir y qué citar.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Termine de rotular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los anexos y de referenciarlos desde el cuerpo del artículo.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Imprima o proyecte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 póster una vez más y hágale la prueba del metro a otra persona.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Próxima sesión, la más exigente del curso: el ensayo de la sustentación ante jurados.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Llegue con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artículo, el póster y un cronómetro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(el del celular sirve).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Vaya pensando en voz alta cómo contaría su trabajo completo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10 a 12 minutos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11: Póster · evidencias · verificación antiplagio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