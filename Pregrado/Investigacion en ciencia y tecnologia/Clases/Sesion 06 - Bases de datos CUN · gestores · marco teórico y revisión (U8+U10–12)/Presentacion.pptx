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Bases de datos CUN · gestores · marco teórico y revisión (U8+U10–12)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Bases de datos CUN · gestores · marco teórico y revisión (U8+U10–12)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sesión más de laboratorio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se combinan tres unidades del Syllabus en un solo encuentro: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datos, gestores de citas y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una sesión de manos en el teclado: se busca, se cita y se escribe en vivo.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con herramientas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gratis y en el navegador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nada de instalar programas ni comprar licencias.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problema que resuelve esta sesión es muy concreto: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estudiante busca en Google normal, encuentra tres blogs y una nota de prensa, y su marco no aguanta revisión.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Otro busca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filtra por año, baja el texto completo desde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biblioteca CUN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40 minutos tiene cinco fuentes citables.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Misma pregunta, mismo tiempo invertido: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diferencia fue saber dónde y cómo buscar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lo de hoy queda cerrado el esqueleto del artículo: tema, línea, problema, pregunta, planteamiento y marco.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abierto su planteamiento: el marco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responde a la misma pregunta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es un tema nuevo.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Buscador ≠ base de datos: cuándo usar cada uno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77481"/>
                <a:gridCol w="2380698"/>
                <a:gridCol w="3174264"/>
                <a:gridCol w="25790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Fortaleza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Límite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Google Académico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(scholar.google.com)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Buscador académico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Arranque rápido, cobertura enorme, enlace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"citado por"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Mezcla calidades; muchos resultados sin texto completo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SciELO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(scielo.org)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Base de acceso abierto regional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Fuerte en español y portugués, texto completo gratis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Menos cobertura en temas muy técnicos o recientes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Redalyc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(redalyc.org)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 de revistas iberoamericanas abiertas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Revistas de la región, descarga libre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Cobertura desigual por área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Biblioteca CUN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(web, login institucional)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Acceso a bases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suscritas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por la institución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Texto completo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artículos de pago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Requiere iniciar sesión con la cuenta institucional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ZoteroBib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(zbib.org)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Generador de citas en línea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 al instante, sin instalar ni registrarse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guarda su biblioteca: copie lo que genere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Google normal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está en esta lista. Sirve para orientarse, no para sostener un artículo.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estrategia en tres movimientos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Movimiento 1 — Abrir en Google Académico.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amplio, con sus constructos y sin filtros.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Objetivo: descubrir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llama la literatura a su fenómeno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Anote los términos que se repiten.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Use el enlace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"citado por"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saltar de un artículo bueno a los que lo continuaron.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Movimiento 2 — Afinar en SciELO o Redalyc.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Aquí busca lo regional y en español.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Objetivo: encontrar estudios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 latinoamericano o colombiano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que le den pertinencia local.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Filtre por área y país; contraste lo que encuentre con lo hallado en Scholar.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Movimiento 3 — Cerrar en la biblioteca CUN.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Cuando un artículo esté detrás de un muro de pago.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Entre con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login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descargue el texto completo desde las bases suscritas.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Nunca pague por un artículo: primero verifique si la institución ya lo tiene.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estrategia en tres movimientos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orden ahorra horas: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descubrir → contextualizar → obtener el 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Operadores de búsqueda que ahorran horas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Operador / filtro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Comillas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frase exacta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en ese orden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`"pérdida de paquetes"`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Exige que aparezcan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términos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`"pérdida de paquetes" AND laboratorio`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Amplía: sirve cualquiera de los dos (útil para sinónimos)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`phishing OR "correo malicioso"`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Signo menos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Excluye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un término que le ensucia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`redes -sociales`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Filtro por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Limita a lo reciente: en tecnología,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últimos 5 años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Panel izquierdo de Scholar: *Desde 2021*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"Citado por"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Muestra quién retomó ese artículo después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Enlace bajo cada resultado en Scholar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práctica: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empiece amplio y vaya cerrando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arranca con cinco filtros, no encontrará nada y creerá que su tema no existe.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una búsqueda real,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de partida: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*"¿En qué medida la pérdida de paquetes afecta las prácticas del laboratorio de redes?"*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1 (mal):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`problemas de internet en la universidad` → miles de resultados irrelevantes, ninguno académico.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Falla porque usa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lenguaje cotidiano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el vocabulario de la disciplina.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`"pérdida de paquetes" AND laboratorio` → mejor, pero pocos resultados en español.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3 (bueno):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`"packet loss" AND "network laboratory"`, filtro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desde 2021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Aparecen artículos con método, medición y datos: eso sí es citable.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4 (contexto local):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mismo tema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español, filtrando por Colombia o Latinoamérica.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solo artículo regional le da pertinencia local a todo su marco.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una búsqueda real, paso a paso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Lección para anotar: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no encuentra nada, casi nunca es que el tema no exista: es que buscó con las palabras equivocadas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Antídoto: tome los términos técnicos de los artículos que sí sirvieron y vuelva a buscar con ellos.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filtro de 60 segundos: ¿me quedo con esta fuente?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descargar nada, revise cinco cosas. Si falla más de una, siga de largo.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Autoría: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¿hay autores identificables y una institución detrás? Sin autor, no se cita.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Año: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temas tecnológicos, prefiera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últimos 5 años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en teoría de base, la antigüedad no descalifica.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Dónde se publicó: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¿revista, congreso, repositorio universitario? Un PDF suelto en un sitio desconocido no basta.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¿Tiene método?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texto explica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llegó a sus resultados, es una fuente fuerte.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Pertinencia: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¿responde a alguno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sus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? Si no, es interesante pero no entra.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de lectura rápida, en este orden: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→ resumen → conclusiones → 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eso decide en un minuto si vale la pena leer el artículo completo.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una advertencia de honestidad: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solo leyó el resumen, no cite el interior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citar en APA 7 con ZoteroBib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pide cuenta, no instala nada, es gratis.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artículo (el código que empieza por `10.`). Si no tiene DOI, pegue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exacto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la URL.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Pulse *Cite*: ZoteroBib arma la referencia completa.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Revísela a mano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siempre. Los fallos típicos son: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Nombres de autor incompletos o invertidos.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Título en mayúsculas sostenidas (en APA 7 va en minúscula, salvo la inicial y nombres propios).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Falta el nombre de la revista, el volumen o el DOI.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*Copy to clipboard* y pegue en su documento, bajo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 alfabético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citar en APA 7 con ZoteroBib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 del texto cite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para cita textual agregue la página: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año, p. 12)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Repita por cada fuente. Cinco fuentes toman menos de diez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referencia del listado debe estar citada en el texto, y cada cita del texto debe estar en el listado.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advertencias sobre fuentes y citación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No instale Mendeley ni Zotero de escritorio.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 hace falta para este curso, y en muchos equipos institucionales ni siquiera se puede.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el navegador genera el mismo APA 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Citar sin haber leído se nota, y es riesgo de plagio.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toma una idea de un artículo que cita a otro, cite el que usted leyó. Haga la ficha de lectura antes de citar: sin ficha, no hay cita.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Wikipedia y los blogs orientan, no sostienen.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Úselos para entender un concepto y luego vaya a las referencias que ellos citan. El marco se sostiene en Scholar, SciELO, Redalyc y las bases de la biblioteca CUN.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advertencias sobre fuentes y citación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La IA generativa fabrica referencias creíbles y falsas.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darle autor, año, revista y DOI de un artículo que no existe. Regla innegociable: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si no abrió el documento, no lo cita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marco teórico responde a la pregunta, no decora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collage de definiciones copiadas una detrás de otra.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capítulo de historia del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desfile de autores famosos que no tienen que ver con su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conjunto de conceptos y hallazgos previos que le permiten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entender y responder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organiza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(los conceptos clave de la pregunta), no por autores ni por fechas.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fuente entra por una sola razón: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porque ayuda a responder algo de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una fuente no ayuda,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entra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por interesante que sea.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al lado de cada párrafo del marco, escriba a qué parte de su pregunta responde.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hay un párrafo al que no le puede escribir nada, ese párrafo sobra.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Constructos: cómo salen de su propia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 concepto clave que su artículo necesita definir y sostener con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extraen subrayando la pregunta. Veámoslo con el caso modelado: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Pregunta: *"¿En qué medida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pérdida de paquetes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afecta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prácticas de laboratorio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laboratorio de redes universitario?"*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1: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pérdida de paquetes (qué es, cómo se mide, qué valores se consideran críticos).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2: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prácticas de laboratorio (qué son, qué condiciones requieren, cómo se evalúan).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Segundo ejemplo, con otra línea: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sobre phishing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1: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phishing y sus rasgos;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2: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clasificación automática de correo.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Constructos: cómo salen de su propia pregunta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Reglas prácticas: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o tres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bastan para un artículo de este curso. Cinco es dispersión.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Busque literatura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constructo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"sobre el tema en general".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constructo se vuelve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marco: así el texto se ordena solo.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lectura: campos y qué escribir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4785"/>
                <a:gridCol w="3030981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(caso modelado)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cita completa generada en ZoteroBib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A. (2022). Título del artículo. *Nombre de la Revista*, 14(2), 45–58.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Constructo al que responde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Cuál de sus 2–3 constructos aborda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Constructo 1: pérdida de paquetes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Idea principal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frase, con sus propias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Mide el efecto de la pérdida de paquetes sobre aplicaciones en tiempo real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Cita textual +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Máximo 2 líneas, entre comillas, con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"Por encima del 2 % de pérdida, la sesión se degrada de forma perceptible" (p. 51)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Relación con mi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qué esta fuente entra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mi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marco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Aporta un umbral de referencia para juzgar las mediciones del laboratorio 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último campo es el que decide.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Si no puede llenarlo, la fuente no entra en su marco.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 párrafo de marco (con su plantilla)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párrafo de marco no es una definición suelta: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argumento con respaldo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Estructura en cuatro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Enuncie el concepto: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*"La pérdida de paquetes se entiende como la proporción de paquetes que no llegan a destino (Apellido, 2022)."*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Amplíe o matice con otra 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*"Otros autores señalan que su efecto depende del tipo de aplicación (Apellido, 2021)."*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Contraste o acumule: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*"Ambos coinciden en que..."* o *"a diferencia del anterior, ..."*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Amarre a su caso: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*"Este umbral sirve como referencia para interpretar las interrupciones del laboratorio X."*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movimiento 4 es el que separa un marco de un resumen: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siempre vuelva a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 párrafo de marco (con su plantilla)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Señales de que su marco está mal: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párrafo = un autor, en fila india, sin conversación entre ellos.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Aparecen definiciones que después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nunca se usan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Hay citas textuales largas y poco texto propio: el marco lo escribe usted, no los autores.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Búsqueda, fichas y página de marco (~22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`S06_MarcoRevision_Apellido`: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SciELO o Redalyc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elija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pertinentes.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Haga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ficha de lectura por fuente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los cinco campos de la tabla.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Genere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 citas en 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revíselas 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página de marco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organizada por sus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 subtítulo por constructo), citando esas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~22 minutos. Reparta: 8 de búsqueda, 6 de fichas, 8 de redacción.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fuente responde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constructo de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las 5 citas están en APA 7 y el marco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collage: se lee como argumento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al lado de cada párrafo, escriba a qué constructo pertenece. Si un párrafo no pertenece a ninguno, sobra.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Herramientas: Google Académico, SciELO, Redalyc, biblioteca CUN, ZoteroBib y Google Docs. Todo en el navegador.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`S06_MarcoRevision_Apellido`.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abrí las cinco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ninguna salió solo del listado de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Al menos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fuente es de acceso abierto regional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(SciELO o Redalyc), para contexto latinoamericano.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Ninguna de mis fuentes es un blog, un video o Wikipedia.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Cada fuente tiene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lectura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cinco campos llenos.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campo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"relación con mi pregunta"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lleno en las cinco fichas.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citas en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revisadas a mano (autores, año, revista, mayúsculas).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marco está organizado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subtítulos, no por autores ni por fechas.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Cada párrafo del marco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vuelve a mi caso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última frase.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Todo lo citado en el texto aparece en Referencias, y viceversa.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ciclo ·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lo de hoy queda armado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esqueleto completo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Tema → línea → problema → pregunta → planteamiento → marco.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pieza responde a la anterior; si una se mueve, hay que revisar las demás.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Amplíe de 5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hágales su ficha: es la diferencia entre un marco justo y uno sólido.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Relea su planteamiento y su marco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seguidos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deben hablar de lo mismo y usar el mismo vocabulario.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Unifique términos: si en el planteamiento dice "caídas" y en el marco "interrupciones", elija uno.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Verifique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cita del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tenga su referencia y que no sobre ninguna.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Consulte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detalle de la evaluación del corte final y el espacio de entrega.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ciclo ·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Plataforma del curso: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Bases de datos CUN · gestores · marco teórico y revisión (U8+U10–12)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