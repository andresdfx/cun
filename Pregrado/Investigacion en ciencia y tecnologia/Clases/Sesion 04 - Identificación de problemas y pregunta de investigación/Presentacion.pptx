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04 — Identificación de problemas y pregunta de investigación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Identificación de problemas y pregunta de investigación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corazón del artículo: si esto queda bien, el resto casi se escribe solo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 se decide la suerte del artículo: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quedan bien, el planteamiento, el marco y la metodología salen casi en cadena.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quedan mal, todo lo demás cojea, por bien redactado que esté.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trampa número uno en ingeniería, y hay que nombrarla de una vez: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*"El problema es que no existe una app que..."*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 un problema de investigación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es que usted quiere hacer una app.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problema de investigación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hecho observable que produce consecuencias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"Los tutores dan retroalimentación tarde y los estudiantes repiten el mismo error" → eso sí duele, y se puede medir.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app, el modelo o el dispositivo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posibles respuestas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nunca el problema.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Meta de hoy: salir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una pregunta investigable escrita en una sola frase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respaldada por un diagrama de causas.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(y qué no es) un problema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hecho que se puede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observar, describir o medir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lugar y un tiempo concretos.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afectados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alguien pierde algo (tiempo, dinero, calidad, oportunidades).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causas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se pueden nombrar,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efectos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que se pueden rastrear.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Deja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huella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hay registros, bitácoras, quejas, tiempos, cifras, o al menos testimonios.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ausencia de su solución favorita.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tema ("la inteligencia artificial" es un tema, no un problema).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molestia personal sin consecuencias verificables.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problema de ingeniería a resolver esta semana: es algo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falta comprender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control: pregúntese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"¿qué duele hoy, si mi solución nunca existiera?"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La respuesta es su problema.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Deseo de producto vs. problema de investigación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3702"/>
                <a:gridCol w="565783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suele escribirse (deseo de producto)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Lo que sí es problema de investigación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 existe una app que avise de los cortes de red."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"Las prácticas del laboratorio se interrumpen y no se conoce con qué frecuencia ni por qué."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"Falta un chatbot que responda dudas de los estudiantes."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retroalimentación llega días después y los estudiantes repiten el mismo error."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"Hay que implementar un sistema de sensores en la sede."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 se sabe cuánta energía consumen los laboratorios en horas pico ni qué la dispara."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necesita un dashboard de deserción."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deserción del programa se detecta cuando ya ocurrió, sin señales tempranas identificadas."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"Deberíamos migrar todo a la nube."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desconocen los riesgos y costos que asumiría la institución al migrar los pagos a la nube."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Fíjese en el patrón: la columna izquierda empieza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"falta / no existe / hay que"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la derecha empieza con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un hecho y sus consecuencias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Tres herramientas para ordenar el problema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produce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Cuándo usarla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necesita para empezar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Espina de pescado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(Ishikawa)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Familias de causas de un mismo efecto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Hay muchas causas dispersas y no sabe cuál pesa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efecto escrito en una frase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Árbol de problemas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Causas → problema central → efectos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Confunde lo que causa con lo que resulta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lista cruda de hechos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Método 3D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Descripción acotada +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tema está demasiado amplio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tema y algo de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No se usan las tres: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elija una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según lo que le esté fallando. Las tres terminan en el mismo punto: la pregunta.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Espina de pescado: abrir familias de causas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cabeza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pescado es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efecto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hecho que duele, escrito en una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espinas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familias de causas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Para problemas de ingeniería funcionan bien estas cuatro: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Personas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quiénes intervienen y con qué carga (tutores saturados, turnos, rotación).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Proceso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cómo está definido el flujo (sin fecha límite, sin responsable, sin protocolo).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Tecnología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equipos, software, infraestructura (no hay registro de entregas, equipos antiguos).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Entorno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condiciones alrededor (grupos grandes, horarios pico, espacio compartido).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cada espina se cuelgan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causas concretas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adjetivos: "faltan tutores" es vago; "un tutor por cada 45 estudiantes" es una causa.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práctica: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tres familias con al menos una causa cada 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todo le cabe en una sola familia, no ha abierto el problema: ha repetido su hipótesis.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Árbol de problemas y método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Árbol de problemas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tres niveles, y el orden importa: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Raíces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= causas. Se llega a ellas preguntando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"¿por qué ocurre?"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Tronco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= el problema central, en una sola frase.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Ramas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= efectos. Se llega a ellos preguntando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"¿qué provoca esto?"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Bonito detalle: el árbol se puede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voltear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 árbol de objetivos (cada causa negativa se convierte en un objetivo).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Método 3D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para temas demasiado grandes, tres movimientos: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Describir: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¿qué pasa exactamente? Escríbalo sin adjetivos, como si narrara una escena.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Dimensionar: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¿cuánto, a cuántos, cada cuánto, desde cuándo? Aquí entran las cifras.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Decidir: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todo lo anterior, ¿qué parte puedo estudiar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este periodo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las fuentes que tengo?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Árbol de problemas y método 3D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3D es el mejor antídoto contra la pregunta planetaria: obliga a bajar a escala.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(1/2): la espina llena,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Punto de partida (mal):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*"Quiero hacer un chatbot que responda las dudas del laboratorio."*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Cabeza del pescado (el efecto):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*"Los estudiantes repiten los mismos errores en las prácticas del laboratorio X."*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Ahora las cuatro espinas, con causas concretas: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Personas: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 solo tutor acompaña a los tres grupos de la franja.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Proceso: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retroalimentación no tiene fecha límite definida; llega cuando llega.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Tecnología: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 hay registro de qué entregó cada estudiante ni de qué se le observó.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Entorno: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grupos de más de 40 estudiantes en la misma franja horaria.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Observe el hallazgo: el chatbot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aparece por ningún lado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porque era una respuesta, no una causa.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aparece algo que no estaba en la idea inicial: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de respuesta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retroalimentación.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 (2/2): de la espina sale la 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toma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espina —la de proceso— y se convierte en pregunta: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Pregunta final: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*"¿En qué medida el tiempo de respuesta de la retroalimentación influye en la repetición de errores de los estudiantes del laboratorio X?"*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Desarmémosla para ver por qué funciona: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Actor: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estudiantes del laboratorio X (no "los estudiantes" en abstracto).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Variable que se observa: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tiempo de respuesta de la retroalimentación.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Fenómeno de interés: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repetición de errores.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Fórmula de apertura: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"en qué medida" → obliga a describir o comparar, no a contestar sí o 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lo más importante: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pregunta salió de una causa del diagrama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de la ocurrencia inicial.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Ese es el trabajo de hoy: que su pregunta sea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consecuencia de un análisis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de un antojo.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Anatomía de una pregunta investigable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37178"/>
                <a:gridCol w="3637178"/>
                <a:gridCol w="363717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Atributo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significa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Prueba de control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Clara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entiende sin que usted la explique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la lee a alguien ajeno al tema y la repite con sus palabras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Delimitada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Tiene actor, contexto y alcance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Puede señalar en el texto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quién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dónde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qué se observa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Viable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Existen fuentes y datos a su alcance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Busca 2 términos en Google Académico y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aparece literatura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Relevante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 alguien le importa la respuesta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Puede nombrar quién usaría el resultado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Abierta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No se contesta con sí o 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Empieza por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cómo / qué / cuál / en qué medida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cinco atributos se cumplen a la vez. Si falla uno, la pregunta todavía no está lista para el planteamiento.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mal formuladas y su reformulación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33047"/>
                <a:gridCol w="2424785"/>
                <a:gridCol w="525370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Como la escriben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Reformulada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"¿Es útil la inteligencia artificial?"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Sí/no + planetaria: sin actor ni contexto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"¿En qué medida un clasificador reduce los correos de phishing que llegan a los estudiantes de la sede X?"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"¿Existe deserción en el programa?"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Sí/no; además ya se sabe la respuesta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"¿Qué factores académicos anteceden la deserción en los dos primeros semestres del programa X?"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"¿Cómo hacer una app para el laboratorio?"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Pregunta de diseño, no de investigación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"¿Qué barreras enfrentan los estudiantes al registrar sus prácticas en el sistema actual?"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"¿Cuál es la mejor tecnología para la nube?"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"Mejor" sin criterio ni contexto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"¿Qué criterios de disponibilidad y costo priorizan las pymes de Bogotá al migrar servicios a la nube?"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Patrón de la corrección: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agregar actor y lugar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y cambiar el verbo de apertura por *qué*, *cómo* o *en qué medida*.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formular el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"El problema es que no existe mi aplicación."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Eso es un deseo de producto. Pregúntese: si su app nunca existiera, ¿qué seguiría doliendo? Esa respuesta es el problema.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Confundir causas con efectos.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Ubíquelas con dos preguntas distintas: *¿por qué ocurre?* señala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causa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; *¿qué provoca esto?* señala un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efecto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En el árbol: causas abajo, efectos arriba.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"Una sola causa lo explica todo."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Casi nunca. Abra la espina en al menos tres familias: personas, proceso, tecnología, entorno. Si solo ve una, está defendiendo su hipótesis, no analizando.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formular el problema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La pregunta puede cambiar, y está bien.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normal reformularla dos o tres veces. Lo que no puede pasar es que quede como estaba el primer día sin haber sido puesta a prueba.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el diagrama en Excalidraw y la prueba de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excalidraw.com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navegador. Es gratis,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requiere cuenta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ni instalación.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primero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efecto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cuadro a la derecha: esa es la cabeza del pescado.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Trace la línea horizontal (la espina dorsal) y cuatro diagonales: personas, proceso, tecnología, entorno.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Cuelgue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o dos causas concretas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cada diagonal. Sin adjetivos: hechos.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Marque con color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causa que puede observar o medir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las fuentes a su alcance.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Exporte con *Export image* → PNG y pegue la imagen en su documento de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 Prueba de viabilidad: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tome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términos principales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pregunta y búsquelos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aparecen artículos que hablan de eso, su pregunta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investigable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hay con qué dialogar.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aparece nada, no abandone: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cambie el vocabulario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(busque en inglés, use términos técnicos) antes de cambiar la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en el navegador: Excalidraw, Google Docs y Google Académico. Sin instalar programas.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Problema y pregunta (~20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 documento llamado `S04_ProblemaPregunta_Apellido`: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Describa el problema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 a 12 líneas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como un hecho con consecuencias,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como la falta de su solución.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Haga un diagrama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Excalidraw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—espina de pescado o árbol de problemas— y pegue la captura en el documento.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la pregunta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sola frase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Anote los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dos términos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los que probó la viabilidad en Google Académico y qué encontró.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~20 minutos. Empiece por el diagrama: pensar dibujando desatasca más rápido que pensar escribiendo.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pregunta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tiene actor y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responde con sí/no, y el diagrama muestra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tres causas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familias distintas.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final antes de entregar: lea su pregunta a un compañero. Si tiene que explicársela, todavía no es clara.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El documento se llama `S04_ProblemaPregunta_Apellido` y trae la imagen del diagrama pegada.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problema está escrito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hecho + consecuencias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como "falta un/una...".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En ningún lado del problema aparece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 solución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(app, modelo, sensor, plataforma).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Nombro a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afectados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quién pierde qué.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diagrama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tres familias de causas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contenido real.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Distinguí causas de efectos (causas abajo o a la izquierda; efectos arriba o a la derecha).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pregunta empieza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cómo, qué, cuál o en qué medida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pregunta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actor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explícitos, y cabe en una sola frase.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Probé la viabilidad: busqué 2 términos en Google Académico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 apareció literatura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antes de subir su entrega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Mi pregunta es coherente con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 y la línea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ya elegí.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[ ] Subí el archivo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· 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Deje reposar la pregunta un día y vuelva a leerla.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Casi siempre se le puede quitar una palabra vaga.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Guarde el diagrama: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causas que dibujó hoy se convierten mañana en el cuerpo del planteamiento.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Empiece a coleccionar evidencia: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cualquier cifra, bitácora, informe o queja documentada sobre su problema.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Anote de dónde salió cada dato; sin la fuente, el dato no sirve.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Marque las 2 o 3 causas más fuertes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diagrama: son las que va a defender con evidencia.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próxima sesión tomamos esta pregunta y la desarrollamos en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planteamiento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su pregunta y su diagrama: sin ellos no hay con qué trabajar.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Entrega y materiales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04: Identificación de problemas y pregunta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