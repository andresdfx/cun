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Identificación de problemas y pregunta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Identificación de problemas y pregunta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corazón del artículo: si esto queda bien, el resto casi se escribe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decide la suerte del artículo: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bien, el planteamiento, el marco y la metodología salen casi en cadena.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mal, todo lo demás cojea, por bien redactado que esté.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trampa número uno en ingeniería, y hay que nombrarla de una vez: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*"El problema es que no existe una app que..."*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un problema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que usted quiere hacer una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problema de investigación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observable que produce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tutores dan retroalimentación tarde y los estudiantes repiten el mismo error" → eso sí duele, y se puede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app, el modelo o el dispositivo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posibles respuestas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nunca el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de hoy: salir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pregunta investigable escrita en una sola frase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respaldada por un diagrama de causas.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 problema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hecho que se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observar, describir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lugar y un tiempo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alguien pierde algo (tiempo, dinero, calidad, oportunidades).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nombrar,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rastrear.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huella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registros, bitácoras, quejas, tiempos, cifras, o al menos testimonios.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ausencia de su solución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 ("la inteligencia artificial" es un tema, no un problema).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molestia personal sin consecuencias verificables.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problema de ingeniería a resolver esta semana: es algo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falta comprender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duele hoy, si mi solución nunca existiera?"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respuesta es su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Deseo de producto vs. problema de investigación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3702"/>
                <a:gridCol w="56578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escribirse (deseo de producto)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sí es problema de investigación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existe una app que avise de los cortes de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se interrumpen y no se conoce con qué frecuencia ni por qué."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"Falta un chatbot que responda dudas de los estudiantes."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retroalimentación llega días después y los estudiantes repiten el mismo error."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que implementar un sistema de sensores en la sede."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se sabe cuánta energía consumen los laboratorios en horas pico ni qué la dispara."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necesita un dashboard de deserción."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deserción del programa se detecta cuando ya ocurrió, sin señales tempranas identificadas."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"Deberíamos migrar todo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desconocen los riesgos y costos que asumiría la institución al migrar los pagos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en el patrón: la columna izquierda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"falta / no existe / hay que"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derecha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hecho y sus consecuencias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herramientas para ordenar el problema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empezar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Espina de pescado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(Ishikawa)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Familias de causas de un mismo efecto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muchas causas dispersas y no sabe cuál pesa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escrito en una frase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Árbol de problemas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Causas → problema central → efectos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Confunde lo que causa con lo que resulta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lista cruda de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3D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Descripción acotada +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tema está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tema y algo de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usan las tres: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elija 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según lo que le esté fallando. Las tres terminan en el mismo punto: la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Espina de pescado: abrir familias de causas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pescado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hecho que duele, escrito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problemas de ingeniería funcionan bien estas cuatro: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quiénes intervienen y con qué carga (tutores saturados, turnos, rotación).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está definido el flujo (sin fecha límite, sin responsable, sin protocolo).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equipos, software, infraestructura (no hay registro de entregas, equipos antiguos).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condiciones alrededor (grupos grandes, horarios pico, espacio compartido).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cada espina se cuelgan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adjetivos: "faltan tutores" es vago; "un tutor por cada 45 estudiantes" es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tres familias con al menos una causa cada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todo le cabe en una sola familia, no ha abierto el problema: ha repetido su hipótesis.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Árbol de problemas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tres niveles, y el orden importa: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Raíces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causas. Se llega a ellas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"¿por qué ocurre?"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Tronco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el problema central, en una sola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Ramas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efectos. Se llega a ellos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provoca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Bonito detalle: el árbol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voltear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árbol de objetivos (cada causa negativa se convierte en un objetivo).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3D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temas demasiado grandes,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¿qué pasa exactamente? Escríbalo sin adjetivos, como si narrara una escena.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Dimensionar: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¿cuánto, a cuántos, cada cuánto, desde cuándo? Aquí entran las cifras.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Decidir: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todo lo anterior, ¿qué parte puedo estudiar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este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fuentes que tengo?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3D es el mejor antídoto contra la pregunta planetaria: obliga a bajar 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espina llena,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de partida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*"Quiero hacer un chatbot que responda las dudas del laboratorio."*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 del pescado (el efecto):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*"Los estudiantes repiten los mismos errores en las prácticas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las cuatro espinas, con causas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solo tutor acompaña a los tres grupos de la franja.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retroalimentación no tiene fecha límite definida; llega cuando llega.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hay registro de qué entregó cada estudiante ni de qué se le observó.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grupos de más de 40 estudiantes en la misma franja horaria.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el hallazgo: el chatbot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 por ningún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era una respuesta, no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aparece algo que no estaba en la idea inicial: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retroalimentación.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 la espina sale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toma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espina —la de proceso— y se convierte en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*"¿En qué medida el tiempo de respuesta de la retroalimentación influye en la repetición de errores de los estudiantes del laboratorio X?"*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Desarmémosla para ver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estudiantes del laboratorio X (no "los estudiantes" en abstracto).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 que se observa: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 de respuesta de la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 de interés: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repetición de errores.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Fórmula de apertura: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qué medida" → obliga a describir o comparar, no a contestar sí o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lo más importante: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salió de una causa del diagrama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ocurrencia inicial.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trabajo de hoy: que su pregunta sea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 de un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de un antojo.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pregunta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significa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Prueba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sin que usted la explique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la lee a alguien ajeno al tema y la repite con sus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actor, contexto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señalar en el texto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quién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dónde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se observa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Existen fuentes y datos a su alcance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2 términos en Google Académico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aparece literatura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Relevante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 alguien le importa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nombrar quién usaría el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Abierta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contesta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/ qué / cuál /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cinco atributos se cumplen a la vez. Si falla uno, la pregunta todavía no está lista para el planteamiento.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mal formuladas y su reformulación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2424785"/>
                <a:gridCol w="525370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la escriben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Reformulada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"¿Es útil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 + planetaria: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"¿En qué medida un clasificador reduce los correos de phishing que llegan a los estudiantes de la sede X?"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"¿Existe deserción en el programa?"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Sí/no; además ya se sabe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factores académicos anteceden la deserción en los dos primeros semestres del programa X?"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hacer una app para el laboratorio?"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diseño,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barreras enfrentan los estudiantes al registrar sus prácticas en el sistema actual?"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"¿Cuál es la mejor tecnología para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"Mejor"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criterios de disponibilidad y costo priorizan las pymes de Bogotá al migrar servicios 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Patrón de la corrección: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agregar actor y lugar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cambiar el verbo de apertura por *qué*, *cómo* o *en qué medida*.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formular el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problema es que no existe mi aplicación."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es un deseo de producto. Pregúntese: si su app nunca existiera, ¿qué seguiría doliendo? Esa respuesta es el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causas con efectos.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Ubíquelas con dos preguntas distintas: *¿por qué ocurre?* señala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causa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; *¿qué provoca esto?* señala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el árbol: causas abajo, efectos arriba.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"Una sola causa lo explica todo."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Casi nunca. Abra la espina en al menos tres familias: personas, proceso, tecnología, entorno. Si solo ve una, está defendiendo su hipótesis, no analizando.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formular el problema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pregunta puede cambiar, y está bien.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reformularla dos o tres veces. Lo que no puede pasar es que quede como estaba el primer día sin haber sido puesta a prueba.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diagrama en Excalidraw y la prueba de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cuadro a la derecha: esa es la cabeza del pescado.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Trace la línea horizontal (la espina dorsal) y cuatro diagonales: personas, proceso, tecnología,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Cuelgue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o dos 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diagonal. Sin adjetivos: hechos.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causa que puede observar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fuentes a su alcance.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con *Export image* → PNG y pegue la imagen en su documento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Prueba de viabilidad: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términos principales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pregunta y búsquelos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aparecen artículos que hablan de eso, su pregunta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con qué dialogar.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nada, no abandone: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el vocabulario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(busque en inglés, use términos técnicos) antes de cambiar la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Excalidraw, Google Docs y Google Académico. Sin instalar programas.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Problema y pregunta (~20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`S04_ProblemaPregunta_Apellido`: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Describa el problema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a 12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como un hecho con consecuencias,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como la falta de su solución.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un diagrama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—espina de pescado o árbol de problemas— y pegue la captura en 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la pregunta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Anote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términos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que probó la viabilidad en Google Académico y qué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~20 minutos. Empiece por el diagrama: pensar dibujando desatasca más rápido que pensar escribiendo.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 actor y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con sí/no, y el diagrama muestra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familias distintas.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 antes de entregar: lea su pregunta a un compañero. Si tiene que explicársela, todavía no es clara.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`S04_ProblemaPregunta_Apellido` y trae la imagen del diagrama pegada.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problema está escrito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+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"falta un/una...".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En ningún lado del problema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 solución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(app, modelo, sensor, plataforma).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Nombro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pierde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diagrama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contenido real.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Distinguí causas de efectos (causas abajo o a la izquierda; efectos arriba o a la derecha).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explícitos, y cabe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Probé la viabilidad: busqué 2 términos en Google Académico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apareció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es coherente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y la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ya elegí.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reposar la pregunta un día y vuelva a leerla.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Casi siempre se le puede quitar una palabra vaga.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el diagrama: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causas que dibujó hoy se convierten mañana en el cuerpo del planteamiento.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Empiece a coleccionar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cualquier cifra, bitácora, informe o queja documentada sobre su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de dónde salió cada dato; sin la fuente, el dato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Marque las 2 o 3 causas más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diagrama: son las que va a defender con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tomamos esta pregunta y la desarrollamos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pregunta y su diagrama: sin ellos no hay con qué trabajar.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 y materiales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Identificación de problemas y pregunta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