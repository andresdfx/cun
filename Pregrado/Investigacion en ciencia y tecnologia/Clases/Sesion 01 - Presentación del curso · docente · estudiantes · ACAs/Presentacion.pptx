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bases de datos y gestores de citas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pregunta, su diagrama y 3 fuentes citadas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 y revisión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con evidencia y la primera página de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del artículo y cierre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artículo sustentado, con ajustes anotados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05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06 es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investigación elegida y justificada + primer avance del artículo: título, introducción breve, problema y primeras referencias. Guías: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investigación, sostenidos con evidencia.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consolidado: marco / revisión con fuentes citadas y referencias en APA 7.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el aula — no se copian aquí para que nunca queden viejas.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 Final”.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La nota se arma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se resuelven en el aula y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acumula lo escrito: el riesgo no es la dificultad, es dejar pasar una ventana o armar el artículo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