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Investigación Ciencia y Tecnología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las ACAs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INVESTIGACIÓN, CIENCIA Y TECNOLOGÍA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nos presentamos en el tablero colaborativo.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Las ACAs: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se entrega, cuánto pesa y dónde se sube.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Preséntate: quién eres y qué esperas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En un post-it escribe: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 de interés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ACAs — QUÉ SE EVALÚA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Entrega oficial: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93453"/>
                <a:gridCol w="7763976"/>
                <a:gridCol w="115410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entregas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Corte 1 · 1.er avance del artículo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Corte 2 · Planteamiento del problema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Corte 3 · Marco y avance consolidado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1605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Enunciado completo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fechas exactas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`Clases/Recursos/ACAs/` y la Presentación del Curso.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una hora en vivo, el resto en su documento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Este curso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 sincrónica por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seis encuentros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total. El tiempo de clase es corto: por eso no se usa para dictar.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 cada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usted revisa el material que el Docente deja en CDigital (10–20 min) y llega sabiendo de qué se va a hablar.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Durante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explicación breve, un ejemplo modelado en pantalla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taller sobre su propio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se toma dictado.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 del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usted termina el avance y lo sube a CDigital antes de la siguiente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traer siempre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sin excepción: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documento del artículo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abierto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Google Docs.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duda concreta escrita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(no “no entendí nada”).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 qué escribir: si se conecta desde el celular, tenga a mano dónde redactar.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curso: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se trabaja sobre lo que ya existe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Quien llega sin documento abierto pierde la hora de taller.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curso: las 6 sesiones de un vistazo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00322"/>
                <a:gridCol w="5134840"/>
                <a:gridCol w="467637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 qué sale usted de ahí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 del curso, del Docente, de ustedes y de las ACAs (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hoy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encuadre completo y su encargo autónomo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MinCiencias y las 6 líneas de Ingeniería del programa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 línea elegida y justificada por escrito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Prueba parcial y 1.er avance del artículo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borrador mínimo viable del artículo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Identificación de problemas y pregunta de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 pregunta redactada y su diagrama del problema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Formulación del planteamiento del 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planteamiento escrito y sostenido con evidencia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Bases de datos, gestores de citas y marco teórico (sesión combinada)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Fichas de lectura y una página de marco citada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unidades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U1 y U2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del Syllabus no desaparecen: pasan 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lectura autónoma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se retoman al abrir la Sesión 02.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 llevan al final: un artículo, no seis talleres sueltos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producto de este curso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artículo de investigación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escrito por usted.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son seis entregas independientes: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sesión agrega una sección al mismo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cerrar el periodo, ese archivo debe contener como mínimo: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introducción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breves.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problema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investigación.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marco / revisión de literatura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fuentes citadas.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de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completa en APA 7.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qué le sirve después: es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semilla de su trabajo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sirve para postularse a un semillero y le enseña a sostener una idea con evidencia, no con opinión.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Lema del curso: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calidad sobre extensión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Media página bien planteada vale más que cinco de relleno.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Este es un periodo corto: qué implica para usted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Son seis encuentros.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Faltar a uno es perder cerca de la sexta parte del curso. Si falta, revise CDigital ese mismo día: la consigna queda publicada.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Una sesión combina varias unidades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Syllabus (bases de datos + gestores + marco teórico). Es la más densa del periodo: a esa se llega con las lecturas hechas.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Los avances se acumulan.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no entrega el de una sesión, el de la siguiente sale mal, porque se construye encima. Aquí no hay “me pongo al día la última semana”.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ACAs, una por una: qué se entrega y qué se mira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916935"/>
                <a:gridCol w="2750807"/>
                <a:gridCol w="3117581"/>
                <a:gridCol w="412621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entrega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mira el Docente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Flojo vs. bueno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Primer avance del artículo: título, introducción breve, problema y primeras referencias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Que el problema se entienda sin conocerlo a usted y que las fuentes existan de verdad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párrafos largos sin problema visible · Bueno: media página donde se ve contexto, vacío y propósito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Planteamiento del problema y pregunta de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Coherencia entre problema, pregunta y evidencia; que la pregunta sea investigable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pregunta que se responde sí/no · Bueno: pregunta con “cómo”, “qué” o “en qué medida”, anclada a un contexto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Avance consolidado: marco / revisión con fuentes y referencias en APA 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Que cada fuente ayude a responder la pregunta y que el documento se lea como un 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collage de definiciones copiadas · Bueno: fuentes agrupadas por concepto y usadas como argumento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Enunciado completo, criterios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fechas exactas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`Clases/Recursos/ACAs/`. No se copian aquí para que nunca queden desactualizadas.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entrega, paso a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sobre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está en `Clases/Recursos/` (ábrala con *Archivo → Abrir con → Documentos de Google*).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Nombre el archivo así: `SNN_Tema_Apellido`. Ejemplo: `S02_LineaInvestigacion_Perez`.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Exporte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entregar (*Archivo → Descargar → PDF*), salvo que el Docente pida el enlace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archivo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el espacio de esa sesión: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Verifique el estado: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subido no es lo mismo que entregado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 el campus lo permite, guarde la captura del envío.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entrega tarde: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avise al Docente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cierre, no después. Se recibe, pero se califica sobre lo que haya dentro del plazo.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no está en CDigital, no está entregado.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se reciben trabajos por WhatsApp ni por correo personal.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solo archivo por entrega, con su apellido. Nada de `final_final_v3.docx`.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citar es parte del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lo que no es suyo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 en 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ideas, datos, tablas, figuras y código.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Parafrasear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reescribir con sus palabras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 citar igual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Cambiar dos palabras no es parafrasear.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Cuenta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plagio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Copiar y pegar sin comillas ni referencia.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Traducir un texto ajeno y presentarlo como propio.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Entregar un trabajo de otro estudiante, o uno suyo de otro semestre, como si fuera nuevo.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se detecta plagio se activa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debido proceso institucional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no es algo que el Docente resuelva en privado.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Cómo evitarlo sin sufrir: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anote la fuente en el instante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que pega algo en su documento. Recuperarla después cuesta el triple.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Herramienta del curso para citar: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ZoteroBib (zbib.org)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— gratis, en el navegador, sin instalar nada.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Inteligencia artificial generativa: reglas de la casa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Sí se puede usar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para entender un concepto, ordenar ideas o mejorar la redacción de un párrafo que ya escribió usted.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Se declara.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Al final del documento, una línea: qué herramienta usó y para qué. Usarla no es falta; ocultarlo sí.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Verifique cada fuente: estos modelos inventan citas, autores y DOIs.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no abrió el artículo, no lo cite. Y si el Docente pregunta “¿por qué escribió esto?” y usted no puede explicarlo en voz alta, ese párrafo no le sirve.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todas gratis, todas en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4032"/>
                <a:gridCol w="5409920"/>
                <a:gridCol w="311758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aparece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Entrega oficial, materiales, avisos y notas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Siempre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 el artículo sobre la plantilla APA CUN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Todas las sesiones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Académico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Buscar literatura y ver quién cita a quién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Desde la Sesión 02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SciELO y Redalyc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Fuentes abiertas en español y portugués de Iberoamérica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Sesión de búsqueda y marco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Biblioteca CUN (web)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Texto completo de bases suscritas, con login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el PDF no es de acceso abierto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 (zbib.org)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Generar referencias en APA 7 sin instalar ni registrarse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vez que cite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Excalidraw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Diagramar el problema (espina de pescado, árbol de problemas)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Sesión de problema y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Padlet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Tablero donde nos presentamos como grupo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Hoy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 se exige instalar nada: ni Office de escritorio, ni Mendeley, ni Zotero de escritorio. Con un navegador basta.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 (y cómo pedirla bien)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Canal oficial: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espacio de mensajes o foro del curso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Lo académico queda ahí, con registro y a la vista de todos.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Correo del Docente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de la slide *Docente*): para novedades personales — incapacidad, cruce de horario, situación de fuerza mayor.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respuesta: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días hábiles y, en todo caso,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del siguiente encuentro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espere respuesta a medianoche del día de cierre.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últimos minutos son de dudas. Si la suya es larga, escríbala en el foro y se responde con detalle.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buena pregunta trae contexto: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Mal: “Docente, no entendí la ACA”.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Bien: “Subí mi párrafo del problema: ¿la pregunta que escribí es investigable o sigue siendo un tema?”.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va a faltar, avise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revise CDigital ese mismo día: material y consigna quedan publicados.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 virtual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Puntualidad.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empieza a la hora que indica el pie de estas diapositivas: los primeros minutos son el encuadre de la sesión, y quien llega tarde llega sin consigna.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Cámara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encendida al saludar y durante el taller si su conexión lo permite; no es obligatoria.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Micrófono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apagado mientras alguien expone. Si no quiere hablar, escriba en el chat: se lee todo.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Respeto en el foro y en el tablero.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comenta el texto, nunca a la persona. Un comentario útil dice qué mejorar y cómo, no solo qué está mal.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“¿Esta materia se pierde fácil?”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No, si entrega. Se evalúa por avances acumulados: quien entrega cada corte, pasa. El riesgo no es la dificultad, es dejar todo para la última semana.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“¿Puedo trabajar solo o tiene que ser en grupo?”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artículo de este curso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individual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salvo que el enunciado de la ACA diga otra cosa.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“¿Y si aún no tengo tema?”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Hoy sale con uno tentativo; en la Sesión 02 se afina.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“¿Me sirve un trabajo de otro semestre?”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partir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un tema suyo anterior, pero el texto debe ser nuevo y hay que citar lo que reutilice. Reentregarlo tal cual es falta académica.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debe tener listo para la Sesión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 (obligatoria):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unidades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U1 y U2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Syllabus — presentación del Syllabus y producto final (el artículo)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fundamentos del método científico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Hoy no se dictaron: se leen en casa y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retoman al abrir la Sesión 02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sus dudas en la mano.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Dónde: material de la Sesión 01 en CDigital — [URL CDigital — campus del curso pendiente]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Cuánto: 30–40 minutos. Anote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dudas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plantearlas al inicio de la próxima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Escriba su tema tentativo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Google Doc llamado `S01_TemaTentativo_Apellido`: una sola frase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actor + fenómeno + 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Agregue 2–3 líneas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por qué le importa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ese problema.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Agregue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fuente exploratoria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Google Académico: autor, año y título.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Súbalo a CDigital antes de la Sesión 02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abra el enunciado de la ACA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`Clases/Recursos/ACAs/`, con sus fechas.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Sesión 02 arranca con los temas de ustedes en pantalla: quien llegue sin tema escrito trabaja esa hora en blanco.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U1–U2 (Syllabus y producto final · fundamentos del método científico)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el enunciado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 y leerlo entero.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INVESTIGACIÓN, CIENCIA Y TECNOLOGÍA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