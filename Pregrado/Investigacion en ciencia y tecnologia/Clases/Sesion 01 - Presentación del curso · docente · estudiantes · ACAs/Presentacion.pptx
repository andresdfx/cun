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tu 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expectativa del curso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Ahora, ~7 min.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Somos 20: el muro se lee entero y nadie queda sin ser visto.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Después las leemos en voz alta y agrupamos expectativas — sin juzgar: de ahí salen los ejemplos con los que trabajamos el resto del curso.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·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bases de datos y gestores de citas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pregunta, su diagrama y 3 fuentes citadas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·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 y revisión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con evidencia y la primera página de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del artículo y cierre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artículo sustentado, con ajustes anotados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05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06 es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Línea de investigación elegida y justificada + primer avance del artículo: título, introducción breve, problema y primeras referencias. Guías: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investigación, sostenidos con evidencia.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consolidado: marco / revisión con fuentes citadas y referencias en APA 7.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el aula — no se copian aquí para que nunca queden viejas.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aula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tarea documental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es el archivo que se sube, en https://cdigital.cun.edu.co/course/view.php?id=111070.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avances de cada sesión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suben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guardan en su Drive y se traen a clase.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son los que hacen posible la ACA Final.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subir la ACA Final, verifique el estado: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 Final”.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La nota se arma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se resuelven en el aula y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acumula lo escrito: el riesgo no es la dificultad, es dejar pasar una ventana o armar el artículo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etapas del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 artículo de nuevo conocimiento.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memorizadas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 líneas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MinCiencias y en cuál se ubica tu tema, y por qué.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tipos de fuente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la hace confiable: quién firma, dónde y de cuándo 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problema, pregunta y objetivo, búsqueda con operadores y citas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pregunta, marco, matriz de fuentes y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partes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una revisión de literatura articulada.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periodo.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 tu aporte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valora con respeto hechos del trabajo del equipo, no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