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CURSO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Sesión de encuadre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Hoy: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curso · el Docente · ustedes · cómo se evalúa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AGENDA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Sesión de encuadre — hoy no vemos tema; el contenido arranca en la Sesión 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curso: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qué se trata, cómo trabajamos y qué se llevan al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quién los acompaña y cómo contactarlo.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Ustedes: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nos presentamos en el tablero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 se evalúa: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ítems tiene el aula, cuánto pesa cada uno y qué se hace con él.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trabajo y el primer encargo autónomo.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PRESÉNTATE — ROMPEHIELOS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Preséntate: quién eres y qué esperas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Escanea o abre: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https://padlet.com/andres_dfx/cun-wruz81hmf9k06gd7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En un post-it escribe: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expectativa del curso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tema de interés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(1 frase).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Tablero oficial: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(mismo enlace en los 5 cursos).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Ahora (~7 min). Leemos juntos 3–4 notas (sin juzgar).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presentacion_estud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55" y="210312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32927" y="5230367"/>
            <a:ext cx="332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Calibri"/>
              </a:rPr>
              <a:t>Escanea o abre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927" y="5468112"/>
            <a:ext cx="3328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https://padlet.com/andres_dfx/cun-wruz81hmf9k06gd7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EVALÚA — LOS ÍTEMS DEL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Evaluación y notas: solo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los pesos suman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100%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fechas: enunciados y Presentación del Curso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3871"/>
                <a:gridCol w="1192016"/>
                <a:gridCol w="1192016"/>
                <a:gridCol w="825242"/>
                <a:gridCol w="5868388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 en CDigital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Corte (peso)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haces con él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 (30%)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 (30%)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(30%)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(30%)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Tarea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32,8%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Subes el documento (plantilla APA CUN) al espacio de la tarea.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diligencias tú mismo en el aula (cuestionario individual).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Foro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Participas en el foro valorando el trabajo de tus pares.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trabajamos: una hora en vivo, el resto en su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Este curso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hora sincrónica por semana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seis encuentros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total. El tiempo de clase es corto: por eso no se usa para dictar.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 de cada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usted revisa el material que el Docente deja en CDigital (10–20 min) y llega sabiendo de qué se va a hablar.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Durante el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explicación breve, un ejemplo modelado en pantalla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taller sobre su propio documento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 se toma dictado.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Después del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usted termina el avance y lo sube a CDigital antes de la siguiente clase.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traer siempre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sin excepción: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documento del artículo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abierto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Google Docs.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duda concreta escrita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(no “no entendí nada”).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 qué escribir: si se conecta desde el celular, tenga a mano dónde redactar.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del curso: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se trabaja sobre lo que ya existe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Quien llega sin documento abierto pierde la hora de taller.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del curso: las 6 sesiones de un vistazo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00322"/>
                <a:gridCol w="5134840"/>
                <a:gridCol w="467637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qué se ocupa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 qué sale usted de ahí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Presentación del curso, del Docente, de ustedes y de cómo se evalúa (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hoy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encuadre completo y su encargo autónomo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MinCiencias y las 6 líneas de Ingeniería del programa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 línea elegida y justificada por escrito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Prueba parcial y 1.er avance del artículo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borrador mínimo viable del artículo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Problema y pregunta ·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bases de datos y gestores de citas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(sesión doble)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 pregunta, su diagrama y 3 fuentes citadas en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del problema ·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marco teórico y revisión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(sesión doble)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planteamiento con evidencia y la primera página de marco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Socialización del artículo y cierre del curso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 artículo sustentado, con ajustes anotados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unidades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U1 y U2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del Syllabus no desaparecen: pasan 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lectura autónoma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se retoman al abrir la Sesión 02. Todo lo que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ACA Final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califica se dicta hasta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Sesión 05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la 06 es cierre.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se llevan al final: un artículo, no seis talleres sueltos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producto de este curso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artículo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escrito por usted.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son seis entregas independientes: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sesión agrega una sección al mismo documento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cerrar el periodo, ese archivo debe contener como mínimo: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introducción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breves.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problema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investigación.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/ revisión de literatura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fuentes citadas.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lista de referencias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completa en APA 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qué le sirve después: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semilla de su trabajo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sirve para postularse a un semillero y le enseña a sostener una idea con evidencia, no con opinión.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Lema del curso: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calidad sobre extensión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Media página bien planteada vale más que cinco de relleno.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Este es un periodo corto: qué implica para usted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Son seis encuentros.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Faltar a uno es perder cerca de la sexta parte del curso. Si falta, revise CDigital ese mismo día: la consigna queda publicada.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Una sesión combina varias unidades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Syllabus (bases de datos + gestores + marco teórico). Es la más densa del periodo: a esa se llega con las lecturas hechas.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Los avances se acumulan.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no entrega el de una sesión, el de la siguiente sale mal, porque se construye encima. Aquí no hay “me pongo al día la última semana”.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Corte por corte: qué hay en el aula y qué se prepara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5242"/>
                <a:gridCol w="3117581"/>
                <a:gridCol w="3300968"/>
                <a:gridCol w="366774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hay en el aula (CDigital)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prepara para eso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Flojo vs. bueno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Corte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cuestionarios que se resuelven en el aula,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Línea de investigación elegida y justificada + primer avance del artículo: título, introducción breve, problema y primeras referencias. Guías: `Quiz 1 (6%)` y `Parcial 1 (24%)`.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Flojo: párrafos largos sin problema visible · Bueno: media página donde se ve contexto, vacío y propósito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Corte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también cuestionarios en el aula.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del problema y pregunta de investigación, sostenidos con evidencia. Guías: `Quiz 2 (9%)` y `Parcial 2 (21%)`.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Flojo: pregunta que se responde sí/no · Bueno: pregunta con “cómo”, “qué” o “en qué medida”, anclada a un contexto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Corte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(tarea: el único documento que se sube) +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+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(cuestionario)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(foro).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artículo consolidado: marco / revisión con fuentes citadas y referencias en APA 7. Guías: `Quiz 3 (4%)` y `ACA Final (32,8%)`.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Flojo: collage de definiciones copiadas · Bueno: fuentes agrupadas por concepto y usadas como argumento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peso de cada ítem está en la slide «CÓMO SE EVALÚA» de esta sesión. Enunciados y criterios: `Clases/Recursos/ACAs/`;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fechas exactas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en la Presentación del Curso y en el aula — no se copian aquí para que nunca queden viejas.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entrega,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sobre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está en `Clases/Recursos/` (ábrala con *Archivo → Abrir con → Documentos de Google*).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Nombre el archivo así: `SNN_Tema_Apellido`. Ejemplo: `S02_LineaInvestigacion_Perez`.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Exporte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PDF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entregar (*Archivo → Descargar → PDF*), salvo que el Docente pida el enlace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el espacio de esa sesión: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el estado: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subido no es lo mismo que entregado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el campus lo permite, guarde la captura del envío.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entrega tarde: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avise al Docente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cierre, no después. Se recibe, pero se califica sobre lo que haya dentro del plazo.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no está en CDigital, no está entregado.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se reciben trabajos por WhatsApp ni por correo personal.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solo archivo por entrega, con su apellido. Nada de `final_final_v3.docx`.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Integridad académica: citar es parte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lo que no es suyo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cita en 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ideas, datos, tablas, figuras y código.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Parafrasear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reescribir con sus palabras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 citar igual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Cambiar dos palabras no es parafrasear.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Cuenta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plagio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Copiar y pegar sin comillas ni referencia.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Traducir un texto ajeno y presentarlo como propio.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Entregar un trabajo de otro estudiante, o uno suyo de otro semestre, como si fuera nuevo.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se detecta plagio se activa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debido proceso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no es algo que el Docente resuelva en privado.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Cómo evitarlo sin sufrir: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anote la fuente en el instante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que pega algo en su documento. Recuperarla después cuesta el triple.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Herramienta del curso para citar: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— gratis, en el navegador, sin instalar nada.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Inteligencia artificial generativa: reglas de la casa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Sí se puede usar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para entender un concepto, ordenar ideas o mejorar la redacción de un párrafo que ya escribió usted.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Se declara.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Al final del documento, una línea: qué herramienta usó y para qué. Usarla no es falta; ocultarlo sí.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Verifique cada fuente: estos modelos inventan citas, autores y DOIs.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no abrió el artículo, no lo cite. Y si el Docente pregunta “¿por qué escribió esto?” y usted no puede explicarlo en voz alta, ese párrafo no le sirve.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Herramientas del curso: todas gratis, todas en el navegador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4032"/>
                <a:gridCol w="5409920"/>
                <a:gridCol w="311758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la usamos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CDigital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Entrega oficial, materiales, avisos y notas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Docs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Escribir el artículo sobre la plantilla APA CUN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Todas las sesiones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Académico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Buscar literatura y ver quién cita a quién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Desde la Sesión 02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SciELO y Redalyc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Fuentes abiertas en español y portugués de Iberoamérica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Sesión de búsqueda y marco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Biblioteca CUN (web)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Texto completo de bases suscritas, con login institucional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Cuando el PDF no es de acceso abierto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ZoteroBib (zbib.org)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Generar referencias en APA 7 sin instalar ni registrarse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vez que cite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Excalidraw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Diagramar el problema (espina de pescado, árbol de problemas)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Sesión de problema y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 se exige instalar nada: ni Office de escritorio, ni Mendeley, ni Zotero de escritorio. Con un navegador basta.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pedir ayuda (y cómo pedirla bien)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Canal oficial: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espacio de mensajes o foro del curso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Lo académico queda ahí, con registro y a la vista de todos.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Correo del Docente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(el de la slide *Docente*): para novedades personales — incapacidad, cruce de horario, situación de fuerza mayor.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de respuesta: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días hábiles y, en todo caso,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 del siguiente encuentro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 espere respuesta a medianoche del día de cierre.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clase: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últimos minutos son de dudas. Si la suya es larga, escríbala en el foro y se responde con detalle.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buena pregunta trae contexto: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Mal: “Docente, no entendí la ACA Final”.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Bien: “Subí mi párrafo del problema: ¿la pregunta que escribí es investigable o sigue siendo un tema?”.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va a faltar, avise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revise CDigital ese mismo día: material y consigna quedan publicados.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convivencia del encuentro virtual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Puntualidad.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empieza a la hora que indica el pie de estas diapositivas: los primeros minutos son el encuadre de la sesión, y quien llega tarde llega sin consigna.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Cámara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encendida al saludar y durante el taller si su conexión lo permite; no es obligatoria.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Micrófono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apagado mientras alguien expone. Si no quiere hablar, escriba en el chat: se lee todo.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Respeto en el foro y en el tablero.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comenta el texto, nunca a la persona. Un comentario útil dice qué mejorar y cómo, no solo qué está mal.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frecuentes del primer día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481328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“¿Esta materia se pierde fácil?”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No, si trabaja al día. La nota se arma con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quices y parciales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que se resuelven en el aula y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que acumula lo escrito: el riesgo no es la dificultad, es dejar pasar una ventana o armar el artículo la última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47288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570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“¿Puedo trabajar solo o tiene que ser en grupo?”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artículo de este curso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individual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salvo que el enunciado diga otra cosa.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“¿Y si aún no tengo tema?”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Hoy sale con uno tentativo; en la Sesión 02 se afina.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01184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109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“¿Me sirve un trabajo de otro semestre?”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Puede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partir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 un tema suyo anterior, pero el texto debe ser nuevo y hay que citar lo que reutilice. Reentregarlo tal cual es falta académica.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debe tener listo para la Sesión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Lectura autónoma (obligatoria):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unidades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U1 y U2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Syllabus — presentación del Syllabus y producto final (el artículo)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fundamentos del método científico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Hoy no se dictaron: se leen en casa y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retoman al abrir la Sesión 02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sus dudas en la 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Dónde está: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ya viene en tu carpeta del curso, en `Sesion 01 - …/` (el PDF y el archivo `Lectura autonoma - Sesion 01.txt` con la cita y el enlace). También queda publicada en CDigital.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Cuánto: 30–40 minutos. Anote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dudas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plantearlas al inicio de la próxima clase.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Escriba su tema tentativo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Google Doc llamado `S01_TemaTentativo_Apellido`: una sola frase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actor + fenómeno +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Agregue 2–3 líneas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por qué le importa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ese problema.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Agregue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fuente exploratoria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Google Académico: autor, año y título.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Súbalo a CDigital antes de la Sesión 02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abra las dos guías del primer corte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`Clases/Recursos/ACAs/`: `Quiz 1 (6%)` y `Parcial 1 (24%)`, que es lo que se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Sesión 02 arranca con los temas de ustedes en pantalla: quien llegue sin tema escrito trabaja esa hora en blanco.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Entrega oficial: CDigital.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 que no esté ahí, no está entregado.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Traer el avance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escrito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 cada encuentro: se trabaja sobre lo que ya existe.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210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Integridad académica: citar siempre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plagio tiene debido proceso.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Lectura autónoma: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U1–U2 (Syllabus y producto final · fundamentos del método científico) — la retomamos al abrir la Sesión 02.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completa (fechas, evaluación, contenido de todas las sesiones).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Abrir los enunciados de `Clases/Recursos/ACAs/`: son la guía escrita de lo que evalúa cada corte.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Ya sabemos qué haremos, cómo se evalúa y quién es quién.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Sesión 02: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arranca el contenido del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