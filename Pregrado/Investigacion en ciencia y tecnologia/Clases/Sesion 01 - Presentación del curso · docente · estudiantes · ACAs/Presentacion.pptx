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en vivo, el resto en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encuentros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total. El tiempo de clase es corto: por eso no se usa para dictar.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revisa el material que el Docente deja en CDigital (10–20 min) y llega sabiendo de qué se va a hablar.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explicación breve, un ejemplo modelado en pantalla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taller sobre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termina el avance y lo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excepción: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documento del artículo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duda concreta escrita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(no “no entendí nada”).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qué escribir: si se conecta desde el celular, tenga a mano dónde redactar.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trabaja sobre lo que ya existe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Quien llega sin documento abierto pierde la hora de taller.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6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00322"/>
                <a:gridCol w="5134840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 qué sale usted de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encuadre completo y su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MinCiencias y las 6 líneas de Ingeniería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línea elegida y justificada por escrito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Prueba parcial y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borrador mínimo viable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Identificación de problemas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 redactada y su diagrama del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planteamiento escrito y sostenido con 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de datos, gestores de citas y marco teórico (sesión combinada)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Fichas de lectura y una página de marco citada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unidades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 y U2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Syllabus no desaparecen: pasan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retoman al abrir la Sesión 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un artículo, no seis talleres sueltos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este curso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artículo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escrito por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seis entregas independientes: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agrega una sección al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periodo, ese archivo debe contener como mínimo: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breves.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/ revisión de literatura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fuentes citadas.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semilla de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sirve para postularse a un semillero y le enseña a sostener una idea con evidencia, no con opinión.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Lema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calidad sobre extensión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Media página bien planteada vale más que cinco de relleno.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Este es un periodo corto: qué implica para usted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Son seis encuentros.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Faltar a uno es perder cerca de la sexta parte del curso. Si falta, revise CDigital ese mismo día: la consigna queda publicada.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Una sesión combina varias unidades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(bases de datos + gestores + marco teórico). Es la más densa del periodo: a esa se llega con las lecturas hechas.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Los avances se acumulan.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entrega el de una sesión, el de la siguiente sale mal, porque se construye encima. Aquí no hay “me pongo al día la última semana”.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117581"/>
                <a:gridCol w="3300968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Línea de investigación elegida y justificada + primer avance del artículo: título, introducción breve, problema y primeras referencias. Guías: `Quiz 1 (6%)` y `Parcial 1 (24%)`.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párrafos largos sin problema visible · Bueno: media página donde se ve contexto, vacío y propósito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y pregunta de investigación, sostenidos con evidencia.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pregunta que se responde sí/no · Bueno: pregunta con “cómo”, “qué” o “en qué medida”, anclada a un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consolidado: marco / revisión con fuentes citadas y referencias en APA 7.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collage de definiciones copiadas · Bueno: fuentes agrupadas por concepto y usadas como argumento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sesión. Enunciados y criterios: `Clases/Recursos/ACAs/`;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la Presentación del Curso y en el aula — no se copian aquí para que nunca queden viejas.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está en `Clases/Recursos/` (ábrala con 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así: `SNN_Tema_Apellido`. Ejemplo: `S02_LineaInvestigacion_Perez`.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entregar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el espacio de esa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lo mismo que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el campus lo permite, guarde la captura del envío.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al Docente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cierre, no después. Se recibe, pero se califica sobre lo que haya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se reciben trabajos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solo archivo por entrega, con su apellido. Nada de `final_final_v3.docx`.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citar es parte del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 y código.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presentarlo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Entregar un trabajo de otro estudiante, o uno suyo de otro semestre, como si fuera nuevo.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es algo que el Docente resuelva en privado.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evitarlo sin sufrir: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que pega algo en su documento. Recuperarla después cuesta el triple.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 del curso para citar: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gratis, en el navegador, sin instalar nada.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ideas o mejorar la redacción de un párrafo que ya escribió usted.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final del documento, una línea: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fuente: estos modelos inventan citas, autores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abrió el artículo, no lo cite. Y si el Docente pregunta “¿por qué escribió esto?” y usted no puede explicarlo en voz alta, ese párrafo no le sirve.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literatura y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en español y portugués de Iberoamérica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búsqueda y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de acceso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(espina de pescado, árbol de problemas)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Con un navegador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académico queda ahí, con registro y a la vista de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para novedades personales — incapacidad, cruce de horario, situación de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espere respuesta a medianoche del día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de dudas. Si la suya es larga, escríbala en el foro y se responde con detalle.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contexto: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“Docente, no entendí la ACA Final”.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“Subí mi párrafo del problema: ¿la pregunta que escribí es investigable o sigue siendo un tema?”.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material y consigna quedan publicados.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que indica el pie de estas diapositivas: los primeros minutos son el encuadre de la sesión, y quien llega tarde llega sin consigna.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encendida al saludar y durante el taller si su conexión lo permite; no es obligatoria.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 Si no quiere hablar, escriba en el chat: se lee todo.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tablero.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nunca a la persona. Un comentario útil dice qué mejorar y cómo, no solo qué está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“¿Esta materia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trabaja al día. La nota se arma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se resuelven en el aula y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acumula lo escrito: el riesgo no es la dificultad, es dejar pasar una ventana o armar el artículo la última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 o tiene que ser en grupo?”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artículo de este curso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individual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salvo que el enunciado diga otra cosa.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“¿Y si aún no tengo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sale con uno tentativo; en la Sesión 02 se afina.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un trabajo de otro semestre?”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partir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un tema suyo anterior, pero el texto debe ser nuevo y hay que citar lo que reutilice. Reentregarlo tal cual es falta académica.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presentación del Syllabus y producto final (el artículo)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fundamentos del 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sus dudas en la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Cuánto: 30–40 minutos. Anote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dudas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plantearlas al inicio de la próxima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Escriba su 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`S01_TemaTentativo_Apellido`: una sola frase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+ fenómeno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2–3 líneas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 le importa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ese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fuente exploratoria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Google Académico: autor, año y título.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`Clases/Recursos/ACAs/`: `Quiz 1 (6%)` y `Parcial 1 (24%)`, que es lo que se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Sesión 02 arranca con los temas de ustedes en pantalla: quien llegue sin tema escrito trabaja esa hora en blanco.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(Syllabus y producto final · fundamentos del método científico)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