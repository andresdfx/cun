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Socialización del artículo y cierre del curso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Socialización del artículo y cierre del curso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artículo ya se entregó: hoy se sostiene en voz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—el artículo— ya cerró,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Quiz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también. Esta sesión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tiene evaluación de contenido nueva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la hace menos importante: es la única vez en el periodo en que su trabajo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escucha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no solo se lee.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pasa hoy,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Socialización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cada quien cuenta su artículo en cuatro minutos y responde preguntas.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Retroalimentación entre pares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con una fórmula, no con "me gustó".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que se abren hoy en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Ruta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qué hacer con este artículo después del periodo: semillero, trabajo de grado, publicación.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artículo ya se entregó: hoy se sostiene en voz alta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socializar después de entregar sirve, y mucho: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usted diga hoy no cambia la nota del artículo, pero sí cambia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documento con el que va a seguir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descubrir hoy que no sabe explicar su propia pregunta en un minuto es mejor que descubrirlo en una sustentación de grado.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Traiga el artículo abierto. Hoy se cuenta, no se lee en voz alta.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 dónde vienen: seis semanas en una línea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un periodo corto hicieron el recorrido completo del método científico aplicado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entorno: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Eligieron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línea de Ingeniería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programa y le pusieron apellido a un tema suelto.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Escribieron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primer avance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título e introducción, y aprendieron a distinguir tipos de conocimiento y de fuente.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Convirtieron un fastidio en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problema de investigación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de ahí sacaron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resiste lectura.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Aprendieron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dónde se busca de verdad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—Scholar, SciELO, Redalyc, biblioteca CUN—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se cita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Argumentaron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planteamiento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evidencia, no con opinión, y lo cerraron en la misma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Pusieron su problema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conversar con la literatura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marco organizado por constructos.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pieza responde a la anterior: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una se mueve, hay que revisar las demás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Eso no es un defecto del método: es el método.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se llevan no es un archivo para la nota: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semilla de un trabajo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 prueba de que saben sostener una idea con evidencia.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Trazabilidad: qué sesión produjo qué sección del artículo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2392"/>
                <a:gridCol w="5051636"/>
                <a:gridCol w="46475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produjo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vive en el artículo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Línea de Ingeniería elegida y justificada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Introducción: tema, línea y motivación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Título, introducción en tres párrafos, primeras 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 e introducción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Diagrama de causas,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 fuentes citadas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Problema y pregunta · primeras referencias APA 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Planteamiento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con evidencia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por constructos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 · marco teórico y revisión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06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(hoy)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Socialización, retroalimentación y cierre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ajustes que se lleva para seguir con el documento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alguna fila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tiene documento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su carpeta, esa es la sección que hay que reconstruir antes de usar el artículo para cualquier otra cosa.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socializa un artículo en cuatro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es una exposición: es contar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qué se trata y por qué importa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un orden que el oyente pueda seguir.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0:00 – 0:40 · Contexto y problema.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Dónde ocurre y qué duele, con un dato. Nada de "mi tema es la inteligencia artificial".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0:40 – 1:20 · La pregunta.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Léala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literal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Es la única frase que sí se lee.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1:20 – 2:20 · Qué encontró en la literatura.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 dos constructos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cosa que le sorprendió de lo que leyó.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2:20 – 3:00 · Qué está listo y qué falta.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una frase cada cosa. Sin adornos.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3:00 – 4:00 · Dos preguntas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grupo o del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regla que más cuesta y más sirve: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empiece por la solución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arranca con "yo quiero hacer una app", perdió a la mitad de la sala.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Decir "me faltó conseguir la bitácora del laboratorio"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una debilidad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saber dónde está el hueco.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sí se nota mal es el artículo que se presenta como terminado y se cae en la primera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cinco preguntas que le van a hacer (y cómo se responden)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3047"/>
                <a:gridCol w="3030981"/>
                <a:gridCol w="46475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está midiendo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Respuesta que funciona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 quién afecta y dónde ocurre?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el problema tiene actor y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Rol + lugar: "los estudiantes del laboratorio X de la sede Y"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evidencia tiene de que eso pasa?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el problema es observado o supuesto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dato con fuente y año, o un registro institucional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¿Su pregunta se puede responder este periodo?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Viabilidad y alcance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fuentes existen y qué parte del problema recortó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dicen los autores que leyó?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el marco es argumento o collage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constructos, un acuerdo y una diferencia entre autores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le falta al artículo?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Honestidad y madurez del trabajo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frase concreta: qué sección, qué dato, qué fuente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cinco se responden con material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usted ya escribió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alguna lo deja en blanco, ahí está el hueco del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Retroalimentar bien: la fórmula de las tres frases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Escuchar a un compañero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descanso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la mitad del ejercicio, y es lo que se evalúa 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Use tres frases, en este orden, y no se salga de ahí: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"Me quedó claro que..."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nombre una cosa que entendió sin esfuerzo. Le dice al otro qué sí está funcionando.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"No me quedó claro..."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señale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sola cosa, y sea específico. "No entendí a quién afecta" sirve; "estuvo confuso" 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"Le sugiero..."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una acción concreta y ejecutable: una fuente, un recorte de alcance, una palabra que unificar.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cuenta como retroalimentación: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"Muy bien, felicitaciones" — amable e inútil.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"Yo en tu lugar investigaría otra cosa" — eso es cambiarle el tema, no evaluarlo.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Corregir la ortografía de la diapositiva mientras la pregunta sigue sin actor.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Retroalimentar bien: la fórmula de las tres frases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critica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trabajo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nunca a la persona. Y se critica con criterio: el mismo que le van a aplicar a usted en cinco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Rúbrica de la ronda: qué mirar cuando escucha a un compañero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18589"/>
                <a:gridCol w="4243374"/>
                <a:gridCol w="484957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que está flojo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que está sólido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Empieza por la solución o por la tecnología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40 s ya sabemos a quién le pasa qué y dónde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"Todo el mundo sabe que..."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cifra o un registro, con fuente y año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responde con sí o no, o es planetaria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Tiene actor, contexto y abre con qué / cómo / en qué medida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Marco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Lista de definiciones sin relación con el caso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Constructos claros y al menos un contraste entre autores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Estos cuatro criterios son los que debe usar en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foro de coevaluación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escriba con ellos, no con adjetivos.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Ronda de socialización (~25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1 (16 min) · Rondas de 4 minutos.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Cada quien cuenta su artículo con la estructura de hoy y recibe dos preguntas.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Quien escucha toma nota con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cuatro criterios de la rúbrica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Una línea por criterio, no más.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2 (5 min) · Devolución en pareja.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Cada quien le entrega a su compañero las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tres frases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me quedó claro / no me quedó claro / le sugiero.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3 (3 min) · Lista de ajustes.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Con la devolución en la mano, escriba los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tres arreglos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que le va a hacer al documento.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No los haga ahora: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anótelos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Escribir la lista es el producto del taller.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4 (1 min) · Abra CDigital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verifique que ve los espacios de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y sus fechas.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sale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una lista escrita de tres ajustes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la devolución de un compañero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anotada, no recordada.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Segunda verificación: su compañero pudo repetir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 pregunta y a quién afecta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sin mirar el documento.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Quien no alcance a socializar en clase lo hace por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foro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pregunta, dos constructos y la frase de qué está listo y qué falta.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objetivo no es lucirse: es descubrir el hueco mientras todavía hay alguien al lado para señalarlo.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y coevaluación: qué son y cómo se diligencian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ítems del corte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nota propia, y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abren hoy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CDigital. No son un trámite ni un formalismo.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cuestionario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usted responde sobre su propio proceso.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trata de ponerse 5,0 ni de castigarse: se trata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argumentar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hechos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participa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se sube archivo.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Escriba sobre el trabajo de sus compañeros con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cuatro criterios de la rúbrica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hoy. Un comentario útil menciona algo concreto que el otro dijo.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"Buen trabajo" no es coevaluar. Y responder al comentario de otro cuenta: un foro es una conversación.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advertencias operativas: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foro exige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participar dentro de la ventana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se cierra, no hay archivo que lo reemplace.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Las fechas exactas de apertura y cierre están en 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la Presentación del Curso. Revíselas hoy, con la plataforma abierta.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y coevaluación: qué son y cómo se diligencian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Son las notas más fáciles de perder del periodo: se pierden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entrar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por hacerlo 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Autoevaluarse con criterio: cuatro preguntas honestas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6851"/>
                <a:gridCol w="3435112"/>
                <a:gridCol w="484957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Respuesta que no dice nada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Respuesta que sí argumenta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¿Entregué a tiempo?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"Sí, casi siempre"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"Entregué las cuatro entradas dentro de la ventana; la de la sesión 04 la subí el mismo día del cierre"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¿Trabajé por semanas o la última noche?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"Me organicé bien"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planteamiento lo escribí en dos sesiones distintas; el marco sí lo armé en un solo día"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¿Incorporé la retroalimentación?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"Sí, tuve en cuenta todo"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"Cambié la pregunta después del comentario sobre el actor y volví a alinear el planteamiento"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haría distinto?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"Dedicarle más tiempo"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"Buscar fuentes desde la sesión 02: llegué al marco con pocas y tuve que improvisar"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Una autoevaluación creíble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nombra hechos concretos del periodo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La que solo dice "cumplí" no le sirve a nadie, ni siquiera a usted.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le falta a su artículo para ser publicable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Syllabus lo dice desde la primera sesión: el producto de este curso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artículo de nuevo conocimiento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Docente actúa como coautor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eventual proceso de sometimiento a publicación.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es una promesa de publicación: es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ruta que existe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que casi nadie usa porque no sabe que está ahí.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separa su avance de un artículo sometible, en orden de esfuerzo: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Ampliar las fuentes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 5 a 10 o 12, con fichas, y al menos dos de contexto colombiano o latinoamericano.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Cerrar la metodología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decir con qué datos y con qué técnica se respondería la pregunta. En este curso se propone; no se aplica.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Recoger algo de evidencia propia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aunque sea pequeña: una medición, unas entrevistas, un registro.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 y palabras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resumen se escribe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nunca al principio.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Revisión de forma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APA 7 completo, verificación antiplagio y lectura de un tercero.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le interesa esa ruta, escríbale al Docente por el canal del curso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el documento adjunto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Sin documento, la conversación no arranca.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artículo al semillero y al trabajo de 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Este artículo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semilla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el punto final. Tres caminos concretos, y ninguno exige empezar de cero: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Semillero de investigación.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Llegue con la pregunta y el marco escritos: es más de lo que trae la mayoría el primer día.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Trabajo de grado.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problema ya está delimitado, hay antecedentes y hay evidencia. Lo que sigue es la metodología y el trabajo de campo.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 entorno laboral.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problema salió de la empresa donde trabaja, ya tiene un diagnóstico argumentado que allá nadie había escrito.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hay que hacer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 semana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mientras está fresco: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Guarde el documento en un sitio que no sea el escritorio del computador, y guarde también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fichas de lectura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son lo que más cuesta reconstruir.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Anote en el mismo archivo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ajustes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hoy y la fecha. En seis meses no va a recordar por qué había que cambiar eso.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Verifique que todas sus fuentes tengan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enlace y DOI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los enlaces se rompen y las búsquedas se olvidan.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una advertencia honesta: nadie va a venir a preguntarle por su artículo.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puerta se toca desde adentro.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del último día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"¿Todavía puedo mejorar mi nota?"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artículo y el Quiz 3 ya cerraron. Lo que sigue abierto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revise sus ventanas en CDigital y diligéncielas.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pregunta cambió después de entregar."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normal y es buena señal: significa que la evidencia le enseñó algo. Anótelo y llévelo a la siguiente versión del documento.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"¿Puedo entregar el artículo por correo?"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La entrega oficial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su espacio ya cerró. Si hay una situación particular, se habla con el Docente por el canal del curso antes del cierre de notas.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del último día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"¿Sirve este artículo para otra materia?"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Como base, sí, y conviene declararlo. Volver a entregar el mismo texto como nuevo es autoplagio.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 · últimos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del curso completo: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Investigar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tener un 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delimitar un problema real y sostener una pregunta con evidencia.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Una afirmación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cifra ni cita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una opinión, por bien redactada que esté.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El marco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decora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un párrafo no vuelve a su pregunta, sobra.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Pendientes de esta semana, y son los últimos: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Diligenciar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(cuestionario) y participar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(foro) dentro de su ventana en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Aplicar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tres ajustes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taller a su documento y guardarlo con sus fichas de lectura.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Revisar sus notas en el libro de calificaciones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escribir al Docente antes del cierre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algo no cuadra. Después del cierre ya no hay margen.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Plataforma del curso: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 · últimos pendientes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Cualquier duda administrativa, por el canal del curso.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Gracias por el trabajo de estas seis semanas.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Socialización del artículo y cierre del curso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