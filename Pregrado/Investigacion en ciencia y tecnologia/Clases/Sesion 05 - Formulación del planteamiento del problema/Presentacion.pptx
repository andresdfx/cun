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FORMULACIÓN DEL PLANTEAMIENTO DEL PROBLEMA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Formulación del planteamiento del problema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vestimos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 una pregunta. Sola, no convence a nadie: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hay que demostrar que el problema existe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sección donde usted argumenta que su tema merece estudiarse.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Piénselo como un juicio: usted es quien acusa, y el lector es el jurado.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dice "creo que la red del laboratorio falla mucho", el jurado se encoge de hombros.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dice "la bitácora institucional registró 12 interrupciones en un mes", el jurado se sienta a escuchar.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frecuente en ingeniería: dos estudiantes con el mismo problema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Uno lo sustenta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de un informe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su artículo avanza.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otro lo sustenta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experiencia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evaluador le pide reescribir 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salir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 escritas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terminen exactamente en su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lo de la sesión anterior: el diagrama de causas es la materia prima de este texto.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planteamiento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argumentación: hechos + evidencia + consecuencias que llevan a una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 continua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viñetas ni en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afirmación fuerte va acompañada de un dato, un estudio o un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introducción.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introducción presenta y ubica; el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 y demuestra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el marco teórico.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no se definen conceptos; aquí se prueba que el problema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solución.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texto ya está proponiendo qué hacer, se saltó una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desahogo.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 frustrante que..." no es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Función real: cuando un lector termina de leerlo, debe pensar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"tiene razón, esto hay que estudiarlo"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de trabajo para este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 párrafo, ni cinco páginas.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lo ancho a lo estrecho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un embudo: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Arriba,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ancho: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actual del asunto, en su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Luego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evidencias, causas y consecuencias.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estrecha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todavía no se sabe.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cae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punto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 ese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lector necesita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ubicarse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entender por qué le debe importar.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causas solo tienen sentido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saber qué está pasando.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vacío solo se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ver todo lo que sí se sabe.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de orden más común: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el vacío o por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lector no sabe de qué le hablan.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último párrafo del planteamiento contiene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literal, sin sorpresas.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seis componentes del planteamiento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2424785"/>
                <a:gridCol w="4445440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del caso modelado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ocurre hoy?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dependen de una red inestable."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sé?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registra 12 caídas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Dentro de los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"Cableado antiguo y saturación en las horas pico."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(2–3 causas)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o a qué afecta?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"Prácticas incompletas y repetición de sesiones."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Vacío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falta saber?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medición de la pérdida de paquetes en esa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frases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propongo responder?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misma pregunta de la sesión anterior, sin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seis en ese orden. Si le falta uno, el lector siente el hueco aunque no sepa nombrarlo.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dura de hoy: evidencia, no opinión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35112"/>
                <a:gridCol w="4647505"/>
                <a:gridCol w="28289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débil (opinión)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fuerte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volvió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"Creo que muchos estudiantes reprueban."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34 % del grupo reprobó, según el reporte académico (2024)."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 + fuente +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red se cae mucho."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registró 12 interrupciones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Conteo + registro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recibe correos falsos."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61 % de los estudiantes encuestados reportó haber recibido correos que suplantan a la institución (Autor, 2023)."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Proporción + estudio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 obvio que la retroalimentación llega tarde."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entre la entrega y la retroalimentación fue de 9 días."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Medida concreta y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control: subraye cada afirmación fuerte de su texto.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tiene cifra ni cita al lado, es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hacer trabajo de campo para respaldar el planteamiento. Fuentes al alcance: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Registros institucionales: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bitácoras de laboratorio, tickets de soporte, actas, reportes académicos.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Estadística oficial colombiana: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DANE, MinTIC, MinEducación (SNIES), MinCiencias.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Informes de gremios y entidades: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cámaras de comercio, observatorios, agremiaciones del sector.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Artículos académicos: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Google Académico, SciELO, Redalyc — la evidencia de otros también cuenta.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Documentación técnica: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normas, estándares, manuales de fabricante, reportes de incidentes.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uso: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dónde salió el dato: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(Fuente,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Un número sin origen no vale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Prefiera datos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(últimos 5 años en temas tecnológicos).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dato es de otro contexto o país,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dígalo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lo presente como si fuera local.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dato de otro contexto sirve para mostrar que el fenómeno existe;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afirmar que ocurre igual en su sede.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página en blanco no se vence escribiendo mejor: se vence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empezando por la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primero una tabla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síntoma · evidencia ·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hecho observable, en una frase corta.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dato, registro o estudio que lo respalda, con su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quién afecta y en qué se traduce.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piensa por 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casilla de evidencia queda vacía, ese síntoma todavía no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fila se convierte después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 párrafo nace ya respaldado.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imposible caer en la opinión: la columna del medio se lo impide.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Mínimo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tres filas ya tiene el esqueleto de un planteamiento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tabla llena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Consecuencia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red del laboratorio X se interrumpe durante las prácticas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bitácora institucional registra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12 interrupciones en un mes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 incompletas y repetición de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interrupciones se concentran en la franja de la tarde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de soporte ubica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9 de las 12 caídas entre 2 y 5 p. m.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franja de mayor ocupación es la más afectada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conoce la calidad real del enlace durante la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existe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ningún registro de pérdida de paquetes ni de latencia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causas se atribuyen por suposición, no por 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la tercera fila: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ausencia de datos también es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y es justamente la que anuncia el vacío.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fila 1 de la tabla, convertida en prosa: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*"Durante el último mes, la red del laboratorio X presentó doce interrupciones registradas en la bitácora institucional. Cada una de ellas obligó a suspender la práctica en curso, de modo que varios grupos no lograron completar las actividades programadas y debieron repetir la sesión en otra franja."*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Desármelo y vea la mecánica: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"Durante el último mes"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delimita el tiempo. Sin tiempo, el dato flota.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"doce interrupciones"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cifra exacta, no "muchas".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"registradas en la bitácora institucional"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fuente, dentro de la misma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"obligó a suspender... debieron repetir"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consecuencia, con verbos de efecto.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Conectores que encadenan los párrafos del planteamiento: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causas: *esto se explica por, entre los factores asociados se encuentra*.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consecuencias: *como resultado, lo que se traduce en, esto conlleva*.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el vacío: *sin embargo, no se ha caracterizado / no se dispone de / no se ha documentado*.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Jerarquice las causas.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Diez causas sueltas no impresionan: dispersan.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o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pueda respaldar con evidencia y desarróllelas.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demás, si acaso, en una frase: *"se identificaron además otros factores, que exceden el alcance de este artículo"*.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Criterio de selección: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que tiene evidencia y la que se conecta con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en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hágalo en dos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Penúltima frase →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*"no se dispone de mediciones que permitan establecer..."*.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frase →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literal,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alineación (hágala antes de entregar):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Tape todo el texto y lea solo la pregunta. Después lea solo el primer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¿Hablan de lo mismo, del mismo actor y del mismo contexto?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no, algo se desalineó en el camino.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redactar el planteamiento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Escribir lo que uno cree, sin datos.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afirmación fuerte necesita una cifra, un registro o un estudio. Sin evidencia, su planteamiento es una opinión larga.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 que quiere proponer.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se argumenta el problema. Si su texto ya dice "por eso se desarrollará una aplicación...", bórrelo: esa frase pertenece a otra sección y le quita fuerza al problema.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planteamiento no termina en la pregunta.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Debe caer exactamente en la pregunta que ya formuló. Si termina en otra cosa —o en una pregunta distinta—, hay una desalineación que corregir antes de seguir.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redactar el planteamiento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Diez causas sin jerarquía.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Priorice 2 o 3 con evidencia. Una causa bien sustentada pesa más que ocho enunciadas al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escribirlo en 22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`S05_Planteamiento_Apellido` en Google Docs y pegue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(le sirve de brújula).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(síntoma · evidencia · consecuencia) y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~6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dato o estudio que respalde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—no su solución—. ~4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Consejo: busque el fenómeno + el contexto, entre comillas la frase exacta.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la referencia en APA tentativa; después la afinará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fila en un párrafo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modelo: tiempo + cifra + fuente + consecuencia. ~8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(2 o 3, jerarquizadas). ~2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frase de vacío + su pregunta literal. ~2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borre la tabla o déjela como anexo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 el artículo va la prosa, no la tabla de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Google Docs y Google Académico. Escriba primero, corrija después.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Redactar el planteamiento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`S05_Planteamiento_Apellido`: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 / evidencia / 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tres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Conviértala en un planteamiento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afirmación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 apoyarse en un dato o estudio hallado en Google Académico, citado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texto debe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terminar en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la misma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El Docente pasa acompañando y revisando alineación.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su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entiende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lo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importa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al final aparece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 rápida: cuente cuántas veces aparece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número o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texto. Si la respuesta es cero, todavía es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`S05_Planteamiento_Apellido`.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estado actual, evidencias, causas, consecuencias, vacío y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Van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ese orden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(de lo ancho a lo estrecho, sin saltos).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 dato con fuente citada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afirmación fuerte quedó sin respaldo: revisé una por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Prioricé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diez enunciadas al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propongo ninguna solución en este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digo en qué se traduce el problema para ellos.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 párrafo cae en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exactamente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 escrito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viñetas, y ocupa entre 1 y 1.5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Léalo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se le trabe la lengua, hay una frase mal armada.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Complete la evidencia que le faltó: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identifique las afirmaciones sin respaldo y búsqueles fuente.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Extraiga sus constructos: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subraye en su pregunta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conceptos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Esos conceptos son los que va a rastrear en la literatura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entrega y la fecha límite de recepción de trabajos de este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es la más práctica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datos, gestores de citas y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planteamiento abierto: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responde a esta misma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es un tema nuevo.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también una lista de términos de búsqueda, en español y en inglés.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Materiales y entrega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Formulación del planteamiento del problema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