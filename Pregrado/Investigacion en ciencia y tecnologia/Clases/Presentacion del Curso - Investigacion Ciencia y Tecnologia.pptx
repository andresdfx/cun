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INVESTIGACIÓN, CIENCIA Y TECNOLOGÍA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EI005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20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53339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SEGUNDO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jueves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una temática de tu entorno (empresarial o vivencial).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enmarca 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líneas estratégicas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(IoT, Big Data, IA, servicios/cloud-FinTech, aplicaciones, telemática).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esperado: avance hacia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/ proyecto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(ABP).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COMPETENCIAS (SYLLABUS)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desarrollar el tema acorde a líneas del programa e identificar el diseño de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fuentes confiables con redacción científica; organizar el desarrollo teórico-metodológico.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respetar derechos de autor en la escritura del proceso.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MinCiencias · 6 líneas de Ingeniería · elección de línea.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Prueba parcial · 1.er avance del artículo.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Problema y pregunta · bases de datos y gestores de citas.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Planteamiento del problema · marco teórico y revisión de literatura.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Socialización del artículo y cierre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13/08/2026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28/08/2026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11/09/2026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20/09/2026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(jue).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12/09/2026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27/08/2026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03/09/2026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12/09/2026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12/09/2026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enlace se publica en el aula virtual.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día de clase es festivo colombiano, la sesión NO se cancela: se cursa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(material/actividad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producto final se construye desde la semana 1 — no es una entrega sorpresa al cierre.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https://cdigital.cun.edu.co/course/view.php?id=111070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Investigación C&amp;T]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biblioteca CUN (EBSCO, SciELO, Redalyc, Latindex) + citas en la nube (ZoteroBib / Google Docs).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Trae una idea de tema ligado a tu entorno o a una línea de Ingeniería.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EI005 · 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