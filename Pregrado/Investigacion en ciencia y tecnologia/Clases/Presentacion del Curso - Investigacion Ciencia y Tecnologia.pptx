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INVESTIGACIÓN, CIENCIA Y TECNOLOGÍA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EI005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20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53339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SEGUNDO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jueves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el QR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tu 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una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idea de tema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el artículo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Ahora, ~7 min.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Somos 20: el muro se lee entero y nadie queda sin ser visto.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Después las leemos en voz alta y agrupamos expectativas — sin juzgar: de ahí salen los ejemplos con los que trabajamos el resto del curso.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Aplicar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una temática de tu entorno (empresarial o vivencial).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enmarca en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 líneas estratégicas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(IoT, Big Data, IA, servicios/cloud-FinTech, aplicaciones, telemática).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esperado: avance hacia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artículo / proyecto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(ABP).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COMPETENCIAS (SYLLABUS)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Saber: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desarrollar el tema acorde a líneas del programa e identificar el diseño de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fuentes confiables con redacción científica; organizar el desarrollo teórico-metodológico.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respetar derechos de autor en la escritura del proceso.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MinCiencias · 6 líneas de Ingeniería · elección de línea.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Prueba parcial · 1.er avance del artículo.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Problema y pregunta · bases de datos y gestores de citas.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Planteamiento del problema · marco teórico y revisión de literatura.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Socialización del artículo y cierre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20/09/2026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13/08/2026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27/08/2026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28/08/2026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10/09/2026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11/09/2026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20/09/2026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30% = Quiz 1 6% + Parcial 1 24% · Corte 2 30% = Quiz 2 9% + Parcial 2 21% · Corte 3 40% = ACA Final 32,8% + Quiz 3 4% + Autoevaluación 1,6% + Coevaluación 1,6% — libro de calificaciones de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Quices y parciales: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cuestionarios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que cierran en día de clase (jue).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(tarea/documento) cierra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12/09/2026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Enunciados: Clases/Recursos/ACAs/.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CALIFICA — LOS ÍTEMS DEL AULA (CDIGITAL)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(CDigital) · cortes 30% / 30% / 40%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1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20931"/>
                <a:gridCol w="1448433"/>
                <a:gridCol w="1448433"/>
                <a:gridCol w="1351871"/>
                <a:gridCol w="4441863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 del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20/08/2026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27/08/2026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03/09/2026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10/09/2026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12/09/2026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12/09/2026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20/09/2026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20/09/2026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corte se compone de ítems concretos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nombre exacto, tipo de actividad, peso y cierre: en la tabla «CÓMO SE CALIFICA» de esta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 (1,6%, cuestionario)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 (1,6%, foro)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hacen parte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la nota de este curso: van en el tercer corte y se diligencian/participan en el aula.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quices y parciales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son cuestionarios en CDigital y cierran en día de clase;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una tarea (documento) y cierra en la fecha máxima de recepción.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un peso o una ventana del aula no coincide con este material,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manda 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corrige aquí y se avisa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enlace se publica en el aula virtual.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el día de clase es festivo colombiano, la sesión NO se cancela: se cursa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la actividad y el material quedan en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carpeta de esa sesión en el Drive de clases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(`Clases/Sesion NN - …/`); la entrega y la nota siguen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producto final se construye desde la semana 1 — no es una entrega sorpresa al cierre.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https://cdigital.cun.edu.co/course/view.php?id=111070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Investigación C&amp;T]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Material de clases (Drive):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Material de clases — carpeta Clases/ en Drive · Investigación C&amp;T]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aquí está el material de cada sesión, incluida la de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Bases de datos: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biblioteca CUN (EBSCO, SciELO, Redalyc, Latindex) + citas en la nube (ZoteroBib / Google Docs).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Trae una idea de tema ligado a tu entorno o a una línea de Ingeniería.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EI005 · 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