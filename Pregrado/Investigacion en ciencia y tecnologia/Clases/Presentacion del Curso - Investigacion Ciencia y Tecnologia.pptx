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INVESTIGACIÓN, CIENCIA Y TECNOLOGÍA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Escuela de Ingenierías · Código EI005 · 2 créditos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Periodo de referencia: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de agosto de 2026 – 20 de septiembre de 2026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Modalidad: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Virtual — encuentro sincrónico por Google Meet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Horario confirmado: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Jueves, 5:00 pm – 6:00 pm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Grupo: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53339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Bloque: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SEGUNDO BLOQUE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Regla de festivo: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jueves es festivo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Tablero colaborativo (Padlet)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Post-it: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idea de tema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para el artículo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¿QUÉ ES ESTA ASIGNATURA?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Aplicar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método científico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una temática de tu entorno (empresarial o vivencial).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enmarca en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 líneas estratégicas de Ingeniería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(IoT, Big Data, IA, servicios/cloud-FinTech, aplicaciones, telemática).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esperado: avance hacia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artículo / proyecto de investigación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(ABP).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32 h con docente + 64 h de trabajo autónomo y colaborativo.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COMPETENCIAS (SYLLABUS)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Saber: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desarrollar el tema acorde a líneas del programa e identificar el diseño de investigación.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Hacer: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usar fuentes confiables con redacción científica; organizar el desarrollo teórico-metodológico.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Ser: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respetar derechos de autor en la escritura del proceso.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27632"/>
            <a:ext cx="10911535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Presentación del curso · docente · estudiantes · ACAs.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MinCiencias · 6 líneas de Ingeniería · elección de línea.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Prueba parcial · 1.er avance del artículo.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4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Identificación de problemas y pregunta de investigación.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5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Formulación del planteamiento del problema.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Sesión 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Bases de datos CUN · gestores · marco teórico y revisión (U8+U10–12).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EVALUACIÓN — CORTES (ART. 52)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Periodo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26P03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inicio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10/08/2026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cierre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20/09/2026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79"/>
            <a:ext cx="3503066" cy="658368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1  ·  30%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10/08/2026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19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20/08/2026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4314" y="2011679"/>
            <a:ext cx="3503066" cy="658368"/>
          </a:xfrm>
          <a:prstGeom prst="rect">
            <a:avLst/>
          </a:prstGeom>
          <a:solidFill>
            <a:srgbClr val="324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17466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2  · 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4314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4042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21/08/2026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4354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4042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27/08/2026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8548" y="2011679"/>
            <a:ext cx="3503066" cy="658368"/>
          </a:xfrm>
          <a:prstGeom prst="rect">
            <a:avLst/>
          </a:prstGeom>
          <a:solidFill>
            <a:srgbClr val="4A7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21700" y="2084831"/>
            <a:ext cx="335676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Corte 3  ·  40%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8548" y="2670048"/>
            <a:ext cx="3503066" cy="2221991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8276" y="288035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INICIO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07433"/>
                </a:solidFill>
                <a:latin typeface="Calibri"/>
              </a:rPr>
              <a:t>03/09/2026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68588" y="3794759"/>
            <a:ext cx="2862986" cy="27432"/>
          </a:xfrm>
          <a:prstGeom prst="rect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58276" y="3977639"/>
            <a:ext cx="328361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8F989D"/>
                </a:solidFill>
                <a:latin typeface="Calibri"/>
              </a:rPr>
              <a:t>CIERRE</a:t>
            </a:r>
          </a:p>
          <a:p>
            <a:pPr algn="ctr">
              <a:spcBef>
                <a:spcPts val="400"/>
              </a:spcBef>
            </a:pPr>
            <a:r>
              <a:rPr sz="2000" b="1" i="0">
                <a:solidFill>
                  <a:srgbClr val="0C2340"/>
                </a:solidFill>
                <a:latin typeface="Calibri"/>
              </a:rPr>
              <a:t>10/09/2026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56631"/>
            <a:ext cx="10911535" cy="640080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5166359"/>
            <a:ext cx="1054577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0" i="0">
                <a:solidFill>
                  <a:srgbClr val="2B2B2B"/>
                </a:solidFill>
                <a:latin typeface="Calibri"/>
              </a:rPr>
              <a:t>Corte 1 = 30% · Corte 2 = 30% · Corte 3 = 40%. Enunciados: Clases/Recursos/ACAs/. Fechas = día de clase (jue). Confirma desglose EV en CDigital.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DE LA EVALUACIÓN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Régimen: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Art. 52 del Reglamento Estudiantil ·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Corte 1 = 30% · Corte 2 = 30% · Corte 3 = 40%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(desglose EV: confirmar en CDigital / syllabus SIAC EI005).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Autoevaluación y coevaluación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 porcentaje propio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(modelo AFI Proyecto I: 4% + 4% según ESP329):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 aplican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esta asignatura según el syllabus SIAC / Art. 52.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No confundir con la autoevaluación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SIAC (calidad de programas en acreditacion.cun.edu.co): esa no es una nota del curso.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Entregas, rúbricas EV y publicación de notas: solo por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Si Coordinación publica un instrumento formativo sin peso propio, se anuncia en el aula; no inventamos % fuera del syllabus.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DEL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Encuentro sincrónico: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 Google Meet. El enlace se publica en el aula virtual.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 el día de clase es festivo colombiano, la sesión NO se cancela: se cursa como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(material/actividad en el CDigital).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El producto final se construye desde la semana 1 — no es una entrega sorpresa al cierre.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Contacto del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julian_castanoe@cun.edu.co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 (campus del curso):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Meet (mismo enlace toda la serie):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[URL Meet — mismo enlace toda la serie · Investigación C&amp;T]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 – Proyecto de Grado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(archivo local): `Cursos/Plantilla_APA_CUN_Proyecto de grado.docx`.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URL pública Plantilla APA: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[URL Drive/Moodle de la Plantilla APA CUN —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Enunciados ACA / cortes (estudiantes):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`Clases/Recursos/ACAs/`.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biblioteca CUN (EBSCO, SciELO, Redalyc, Latindex) + citas en la nube (ZoteroBib / Google Docs).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Entregas y notas oficiales: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solo por CDigital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¡Empezamos!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Nos vemos en el primer encuentro sincrónico: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Jueves, 5:00 pm – 6:00 pm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Trae una idea de tema ligado a tu entorno o a una línea de Ingeniería.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EI005 ·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