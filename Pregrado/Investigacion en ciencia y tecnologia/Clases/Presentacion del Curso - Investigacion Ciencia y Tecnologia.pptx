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INVESTIGACIÓN, CIENCIA Y TECNOLOGÍA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Escuela de Ingenierías · Código EI005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20 de septiembre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53339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SEGUNDO BLOQUE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jueves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idea de tema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para el artículo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ESTA ASIGNATURA?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Aplicar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 científico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una temática de tu entorno (empresarial o vivencial).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enmarca en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 líneas estratégicas de Ingeniería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(IoT, Big Data, IA, servicios/cloud-FinTech, aplicaciones, telemática).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Producto esperado: avance hacia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artículo / proyecto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(ABP).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 y colaborativo.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COMPETENCIAS (SYLLABUS)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Saber: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desarrollar el tema acorde a líneas del programa e identificar el diseño de investigación.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Hacer: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usar fuentes confiables con redacción científica; organizar el desarrollo teórico-metodológico.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respetar derechos de autor en la escritura del proceso.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10911535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MinCiencias · 6 líneas de Ingeniería · elección de línea.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Prueba parcial · 1.er avance del artículo.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Identificación de problemas y pregunta de investigación.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Formulación del planteamiento del problema.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Bases de datos CUN · gestores · marco teórico y revisión (U8+U10–12).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Periodo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20/09/2026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13/08/2026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27/08/2026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28/08/2026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03/09/2026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04/09/2026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10/09/2026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= 30% · Corte 2 = 30% · Corte 3 = 40%. Cada ACA evalúa el corte completo (no hay subdivisión en varios EV). Enunciados: Recursos/ACAs/.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del Reglamento Estudiantil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1 = 30% · Corte 2 = 30% · Corte 3 =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Cada ACA evalúa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100% de su corte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ACA 1 = Corte 1, ACA 2 = Corte 2, ACA 3 = Corte 3.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Autoevaluación y coevaluación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porcentaje propio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(modelo AFI Proyecto I: 4% + 4% según ESP329):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aplican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esta asignatura según el syllabus SIAC / Art. 52.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EV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Coordinación publica un instrumento formativo sin peso propio, se anuncia en el aula; no inventamos % fuera del syllabus.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 El enlace se publica en el aula virtual.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el día de clase es festivo colombiano, la sesión NO se cancela: se cursa como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(material/actividad en el CDigital).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producto final se construye desde la semana 1 — no es una entrega sorpresa al cierre.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Investigación C&amp;T]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Bases de datos: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biblioteca CUN (EBSCO, SciELO, Redalyc, Latindex) + citas en la nube (ZoteroBib / Google Docs).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Trae una idea de tema ligado a tu entorno o a una línea de Ingeniería.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EI005 · 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