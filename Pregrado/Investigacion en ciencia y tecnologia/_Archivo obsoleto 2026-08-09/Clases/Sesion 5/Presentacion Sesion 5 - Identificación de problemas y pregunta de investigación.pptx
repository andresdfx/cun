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5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Identificación de problemas y pregunta de investigación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03/09/2026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5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Identificación de problemas y pregunta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5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5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5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5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