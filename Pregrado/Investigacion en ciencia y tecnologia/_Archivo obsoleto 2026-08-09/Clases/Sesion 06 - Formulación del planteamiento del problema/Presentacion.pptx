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FORMULACIÓN DEL PLANTEAMIENTO DEL PROBLEMA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Formulación del planteamiento del problema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Formulación del planteamiento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Estado actual, evidencias, causas, posibles soluciones. Recepción máx. trabajos: 12/09.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Formulación del planteamiento del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Estado actual, evidencias, causas, posibles soluciones. Recepción máx. trabajos: 12/09.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Formulación del planteamiento del problema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Formulación del planteamiento del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