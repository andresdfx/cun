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BASES DE DATOS CUN · GESTORES DE CITAS · MARCO TEÓRICO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EI005_PRES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Bases de datos CUN · gestores de citas · marco teórico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Mendeley/biblioteca · avance de revisión de literatura.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Bases de datos CUN · gestores de citas · marco teó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Bases de datos CUN · gestores de citas · marco teórico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Mendeley/biblioteca · avance de revisión de literatura.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Bases de datos CUN · gestores de citas · marco teó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Bases de datos CUN · gestores de citas · marco teó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Bases de datos CUN · gestores de citas · marco teó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Bases de datos CUN · gestores de citas · marco teó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Bases de datos CUN · gestores de citas · marco teórico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