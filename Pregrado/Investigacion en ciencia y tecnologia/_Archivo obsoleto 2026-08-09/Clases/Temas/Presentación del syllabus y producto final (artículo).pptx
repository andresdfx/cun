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PRESENTACIÓN DEL SYLLABUS Y PRODUCTO FINAL (ARTÍCULO)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EI005_PRES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Presentación del syllabus y producto final (artículo)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Acuerdos · competencias · artículo de nuevo conocimiento.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Presentación del syllabus y producto final (artícu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Presentación del syllabus y producto final (artículo)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Acuerdos · competencias · artículo de nuevo conocimiento.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Presentación del syllabus y producto final (artícu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Presentación del syllabus y producto final (artícu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Presentación del syllabus y producto final (artícu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INVESTIGACIÓN, CIENCIA Y TECNOLOGÍA · Presentación del syllabus y producto final (artícu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Presentación del syllabus y producto final (artículo)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