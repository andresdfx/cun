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MinCiencias · 6 líneas de Ingeniería · elección de línea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Investigación Ciencia y Tecnología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INVESTIGACIÓN, CIENCIA Y TECNOLOGÍA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EI005_PRES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MinCiencias · 6 líneas de Ingeniería · elección de línea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IoT, Big Data, IA, cloud/FinTech, aplicaciones, telemática.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MinCiencias · 6 líneas de Ingeniería · elección 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MinCiencias · 6 líneas de Ingeniería · elección de línea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IoT, Big Data, IA, cloud/FinTech, aplicaciones, telemática.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MinCiencias · 6 líneas de Ingeniería · elección 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MinCiencias · 6 líneas de Ingeniería · elección 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MinCiencias · 6 líneas de Ingeniería · elección 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MinCiencias · 6 líneas de Ingeniería · elección 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MinCiencias · 6 líneas de Ingeniería · elección de línea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