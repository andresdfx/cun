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07 — Bases de datos CUN · gestores · marco teórico y revisión (U8+U10–12)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Investigación Ciencia y Tecnología — Escuela de Ingenierías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07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Bases de datos CUN · gestores · marco teórico y revisión (U8+U10–12)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INVESTIGACIÓN, CIENCIA Y TECNOLOGÍA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Bases de datos CUN · gestores · marco teórico y revisión (U8+U10–12)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COMBINACIÓN por periodo corto: U8 + U10–U12 en un solo encuentro. Scholar + biblioteca CUN + ZoteroBib (web) + avance de revisión en Google Docs.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Bases de datos CUN · gestores · marco teórico y revisión (U8+U10–12)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COMBINACIÓN por periodo corto: U8 + U10–U12 en un solo encuentro. Scholar + biblioteca CUN + ZoteroBib (web) + avance de revisión en Google Docs.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Bases de datos CUN · gestores · marco teórico y revisión (U8+U10–12)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07: Bases de datos CUN · gestores · marco teórico y revisión (U8+U10–12)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INVESTIGACIÓN, CIENCIA Y TECNOLOGÍA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