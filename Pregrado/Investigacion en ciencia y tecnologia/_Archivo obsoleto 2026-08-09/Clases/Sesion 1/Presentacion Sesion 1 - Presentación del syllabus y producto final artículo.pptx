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Presentación del syllabus y producto final (artículo)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 Ciencia y Tecnología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06/08/2026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Jueves,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syllabus y producto final (artículo)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Acuerdos · competencias · artículo de nuevo conocimiento.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syllabus y producto final (artículo)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Acuerdos · competencias · artículo de nuevo conocimiento.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Presentación del syllabus y producto final (artículo)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