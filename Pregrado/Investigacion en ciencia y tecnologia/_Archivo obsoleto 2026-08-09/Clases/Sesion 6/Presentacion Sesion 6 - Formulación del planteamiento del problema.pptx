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6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Formulación del planteamiento del problema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 Ciencia y Tecnología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10/09/2026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Jueves,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Formulación del planteamiento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Estado actual, evidencias, causas, posibles soluciones.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6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Formulación del planteamiento del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Estado actual, evidencias, causas, posibles soluciones.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6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6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6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6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Formulación del planteamiento del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