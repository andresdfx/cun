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PRUEBA PARCIAL · 1.ER AVANCE DEL ARTÍCULO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Prueba parcial · 1.er avance del artículo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Prueba parcial · 1.er avance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Talleres/sustentaciones · tipos de conocimiento y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Prueba parcial · 1.er avance del artículo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Talleres/sustentaciones · tipos de conocimiento y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Prueba parcial · 1.er avance del artículo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Prueba parcial · 1.er avance del artículo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