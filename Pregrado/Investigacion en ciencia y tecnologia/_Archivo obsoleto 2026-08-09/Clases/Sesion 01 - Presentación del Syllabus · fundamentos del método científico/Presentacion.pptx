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Presentación del Syllabus · fundamentos del método científico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Presentación del Syllabus · fundamentos del método científico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Syllabus · fundamentos del método científico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Etapas: problema, datos, procesamiento,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del Syllabus · fundamentos del método científico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Etapas: problema, datos, procesamiento,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Presentación del Syllabus · fundamentos del método científico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 Enunciado ACA completo: `Clases/Recursos/ACAs/` (no duplicar aquí).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01: Presentación del Syllabus · fundamentos del método científico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