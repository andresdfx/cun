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3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MinCiencias · 6 líneas de Ingeniería · elección de línea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 Ciencia y Tecnología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20/08/2026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Jueves,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MinCiencias · 6 líneas de Ingeniería · elección de línea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IoT, Big Data, IA, cloud/FinTech, aplicaciones, telemática.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3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MinCiencias · 6 líneas de Ingeniería · elección de línea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IoT, Big Data, IA, cloud/FinTech, aplicaciones, telemática.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3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3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3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3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MinCiencias · 6 líneas de Ingeniería · elección de línea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