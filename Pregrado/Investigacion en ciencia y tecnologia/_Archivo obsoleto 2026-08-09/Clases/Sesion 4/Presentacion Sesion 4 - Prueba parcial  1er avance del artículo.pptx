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4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Prueba parcial · 1.er avance del artículo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Investigación Ciencia y Tecnología — Escuela de Ingenierías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Fecha: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27/08/2026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U5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Jueves, 5:00 pm – 6:00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 Andres Castaño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 el tema oficial: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Prueba parcial · 1.er avance del artículo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Talleres/sustentaciones · tipos de conocimiento y fuentes.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Resolver dudas con Julian Andres Castaño y dejar clara la tarea hasta la próxima sesión.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Sesión 4 · Julian Andres Castaño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Sílabo SIAC EI005_PRES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Prueba parcial · 1.er avance del artículo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Talleres/sustentaciones · tipos de conocimiento y fuentes.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en clase: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unidad/ACA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Sesión 4 · Julian Andres Castaño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hoy fuera festivo, esta sesión se cursaría como clase autónoma en el LMS.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Canal de acompañamiento: Julian Andres Castaño · julian_castanoe@cun.edu.co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Sesión 4 · Julian Andres Castaño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 de clase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Sesión 4 · Julian Andres Castaño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(no “no entendí nada”: trae el párrafo o sección puntual).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Sesión 4 · Julian Andres Castaño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· Sesión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Prueba parcial · 1.er avance del artículo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INVESTIGACIÓN, CIENCIA Y TECNOLOGÍA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