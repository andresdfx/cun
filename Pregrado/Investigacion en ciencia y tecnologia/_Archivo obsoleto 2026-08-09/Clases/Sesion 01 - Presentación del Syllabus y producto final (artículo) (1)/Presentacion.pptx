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Syllabus y producto final (artículo)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Presentación del Syllabus y producto final (artículo)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Syllabus y producto final (artículo)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Presentación del Syllabus y producto final (artículo)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