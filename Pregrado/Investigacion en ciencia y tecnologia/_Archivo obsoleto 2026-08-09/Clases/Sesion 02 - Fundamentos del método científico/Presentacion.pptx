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02 — FUNDAMENTOS DEL MÉTODO CIENTÍFICO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Investigación Ciencia y Tecnología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Fundamentos del método científico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INVESTIGACIÓN, CIENCIA Y TECNOLOGÍA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Fundamentos del método científico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Fundamentos del método científico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Etapas: problema, datos, procesamiento,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Fundamentos del método científico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02: Fundamentos del método científico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INVESTIGACIÓN, CIENCIA Y TECNOLOGÍA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