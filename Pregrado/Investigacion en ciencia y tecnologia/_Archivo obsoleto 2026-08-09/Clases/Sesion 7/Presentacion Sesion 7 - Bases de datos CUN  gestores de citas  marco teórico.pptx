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7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Bases de datos CUN · gestores de citas · marco teórico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 Ciencia y Tecnología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17/09/2026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U8–12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Jueves,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Bases de datos CUN · gestores de citas · 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Mendeley/biblioteca · avance de revisión de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7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Bases de datos CUN · gestores de citas · marco teórico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Mendeley/biblioteca · avance de revisión de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7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7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7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7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Bases de datos CUN · gestores de citas · marco teórico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