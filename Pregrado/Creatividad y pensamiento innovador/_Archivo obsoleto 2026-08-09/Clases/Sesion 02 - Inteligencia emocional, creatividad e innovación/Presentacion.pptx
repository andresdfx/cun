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02 — Inteligencia emocional, creatividad e innovación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Inteligencia emocional, creatividad e innovación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Inteligencia emocional, creatividad e innovación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Bloqueadores/ensanchadores · mapa de utilidad.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Inteligencia emocional, creatividad e innovación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Bloqueadores/ensanchadores · mapa de utilidad.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Inteligencia emocional, creatividad e innovación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02: Inteligencia emocional, creatividad e innovación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