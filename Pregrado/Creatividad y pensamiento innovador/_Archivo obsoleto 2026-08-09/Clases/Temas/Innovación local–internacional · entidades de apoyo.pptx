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INNOVACIÓN LOCAL–INTERNACIONAL · ENTIDADES DE APOYO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Innovación local–internacional · entidades de apoyo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del curso · impactos y programas de apoyo.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Innovación local–internacional · entidades de apoy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Innovación local–internacional · entidades de apoyo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del curso · impactos y programas de apoyo.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Innovación local–internacional · entidades de apoy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Innovación local–internacional · entidades de apoy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Innovación local–internacional · entidades de apoy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Innovación local–internacional · entidades de apoy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Innovación local–internacional · entidades de apoyo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