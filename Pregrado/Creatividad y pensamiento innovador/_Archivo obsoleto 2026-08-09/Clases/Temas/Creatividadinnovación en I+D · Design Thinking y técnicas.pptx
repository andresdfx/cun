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Creatividad/innovación en I+D · Design Thinking y técnicas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Creatividad/innovación en I+D · Design Thinking y técnicas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Pensamiento divergente/convergente · ideación.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Creatividad/innovación en I+D · Design Thinking 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Creatividad/innovación en I+D · Design Thinking y técnicas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Pensamiento divergente/convergente · ideación.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Creatividad/innovación en I+D · Design Thinking y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Creatividad/innovación en I+D · Design Thinking 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Creatividad/innovación en I+D · Design Thinking 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Creatividad/innovación en I+D · Design Thinking y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Creatividad/innovación en I+D · Design Thinking y técnicas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