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INTRODUCCIÓN · PROPUESTA DE INNOVACIÓN (TRABAJO FINAL)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Introducción · Propuesta de Innovación (trabajo final)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Syllabus · acuerdos · anunciar el trabajo final desde el día 1.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Introducción · Propuesta de Innovación (trabajo fi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Introducción · Propuesta de Innovación (trabajo final)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Syllabus · acuerdos · anunciar el trabajo final desde el día 1.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Introducción · Propuesta de Innovación (trabajo fi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Introducción · Propuesta de Innovación (trabajo fi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Introducción · Propuesta de Innovación (trabajo fi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Introducción · Propuesta de Innovación (trabajo fi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Introducción · Propuesta de Innovación (trabajo final)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