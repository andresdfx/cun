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INTELIGENCIA EMOCIONAL, CREATIVIDAD E INNOVACIÓN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Inteligencia emocional, creatividad e innovación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Inteligencia emocional, creatividad 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Inteligencia emocional, creatividad e innovación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Inteligencia emocional, creatividad e innovación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Inteligencia emocional, creatividad e innovación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Inteligencia emocional, creatividad e innovación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