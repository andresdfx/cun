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GESTIÓN DE LA INNOVACIÓN (MANUAL DE OSLO / OCDE)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Gestión de la innovación (Manual de Oslo / OCDE)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Gestión de la innovación (Manual de Oslo / OCDE)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Gestión de la innovación (Manual de Oslo / OCDE)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Gestión de la innovación (Manual de Oslo / OCDE)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Gestión de la innovación (Manual de Oslo / OCDE)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Gestión de la innovación (Manual de Oslo / OCDE)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