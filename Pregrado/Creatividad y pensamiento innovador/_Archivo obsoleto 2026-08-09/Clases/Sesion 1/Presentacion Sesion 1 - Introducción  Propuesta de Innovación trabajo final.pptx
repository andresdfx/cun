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Introducción · Propuesta de Innovación (trabajo final)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05/08/2026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 · Propuesta de Innovación (trabajo final)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Syllabus · acuerdos · anunciar el trabajo final desde el día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Introducción · Propuesta de Innovación (trabajo final)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Syllabus · acuerdos · anunciar el trabajo final desde el día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Introducción · Propuesta de Innovación (trabajo final)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