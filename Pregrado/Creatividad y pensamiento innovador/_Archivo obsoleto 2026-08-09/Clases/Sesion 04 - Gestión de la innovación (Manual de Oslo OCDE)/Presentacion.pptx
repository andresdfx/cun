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04 — Gestión de la innovación (Manual de Oslo / OCDE)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Gestión de la innovación (Manual de Oslo / OCDE)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Gestión de la innovación (Manual de Oslo / OCDE)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Métodos en producto, proceso, organización, marketing, social.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Gestión de la innovación (Manual de Oslo / OCDE)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Métodos en producto, proceso, organización, marketing, social.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Gestión de la innovación (Manual de Oslo / OCDE)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04: Gestión de la innovación (Manual de Oslo / OCDE)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