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8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Innovación local–internacional · entidades de apoyo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Creatividad y Pensamiento Innovador — Escuela de Ingenierías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23/09/2026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U8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Miércoles, 5:00 pm – 6:00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Innovación local–internacional · entidades de apoyo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Cierre del curso · impactos y programas de apoyo.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Sesión 8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Sílabo SIAC EI004_VIR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Innovación local–internacional · entidades de apoyo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Cierre del curso · impactos y programas de apoyo.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Sesión 8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hoy fuera festivo, esta sesión se cursaría como clase autónoma en el 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Canal de acompañamiento: Julian Andres Castaño · julian_castanoe@cun.edu.co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Sesión 8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Sesión 8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Sesión 8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Innovación local–internacional · entidades de apoyo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CREATIVIDAD Y PENSAMIENTO INNOVADOR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