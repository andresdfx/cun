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3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Creatividad/innovación en I+D · Design Thinking y técnicas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 — Escuela de Ingenierías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19/08/2026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Miércoles,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Creatividad/innovación en I+D · Design Thinking y técnicas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Pensamiento divergente/convergente · ideación.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3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EI004_VIR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Creatividad/innovación en I+D · Design Thinking y técnicas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Pensamiento divergente/convergente · ideación.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3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3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3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3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Creatividad/innovación en I+D · Design Thinking y técnicas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