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08 — Innovación local–internacional · entidades de apoyo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08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Innovación local–internacional · entidades de apoyo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Innovación local–internacional · entidades de apoyo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Cierre del curso · impactos y programas de apoyo.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Innovación local–internacional · entidades de apoyo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del curso · impactos y programas de apoyo.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Innovación local–internacional · entidades de apoyo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08: Innovación local–internacional · entidades de apoyo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