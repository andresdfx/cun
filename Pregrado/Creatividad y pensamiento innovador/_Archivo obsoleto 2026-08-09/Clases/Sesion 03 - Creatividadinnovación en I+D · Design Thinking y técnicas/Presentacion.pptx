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03 — Creatividad/innovación en I+D · Design Thinking y técnicas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Creatividad y Pensamiento Innovador — Escuela de Ingenierías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Creatividad/innovación en I+D · Design Thinking y técnicas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Creatividad/innovación en I+D · Design Thinking y técnicas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Pensamiento divergente/convergente · ideación.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Creatividad/innovación en I+D · Design Thinking y técnicas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Pensamiento divergente/convergente · ideación.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Creatividad/innovación en I+D · Design Thinking y técnicas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03: Creatividad/innovación en I+D · Design Thinking y técnicas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CREATIVIDAD Y PENSAMIENTO INNOVADOR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