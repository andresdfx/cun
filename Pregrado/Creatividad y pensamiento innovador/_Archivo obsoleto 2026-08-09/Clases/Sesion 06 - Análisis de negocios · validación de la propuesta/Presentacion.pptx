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06 — Análisis de negocios · validación de la propuesta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Análisis de negocios · validación de la propuesta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Análisis de negocios · validación de la propuesta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FODA, Canvas, MVP · sustentación de propuesta.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Análisis de negocios · validación de la propuesta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FODA, Canvas, MVP · sustentación de propuesta.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Análisis de negocios · validación de la propuesta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06: Análisis de negocios · validación de la propuesta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