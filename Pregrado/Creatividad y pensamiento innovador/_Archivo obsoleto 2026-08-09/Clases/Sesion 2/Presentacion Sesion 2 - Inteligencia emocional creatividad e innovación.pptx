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2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Inteligencia emocional, creatividad e innovación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12/08/2026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U2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2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Inteligencia emocional, creatividad e innovación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Bloqueadores/ensanchadores · mapa de utilidad.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2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2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2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2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Inteligencia emocional, creatividad e innovación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