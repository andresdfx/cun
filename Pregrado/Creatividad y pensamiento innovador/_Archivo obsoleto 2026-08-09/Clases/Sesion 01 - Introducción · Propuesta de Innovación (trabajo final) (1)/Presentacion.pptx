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Introducción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Propuesta de Innovación (trabajo final)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Introducción · Propuesta de Innovación (trabajo final)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Producto de 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Ficha problema–oportunidad (insumo #1)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Distinguir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creatividad de innovación con ejemplos de Ingeniería.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Anunciar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hilo conductor: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(se construye desde hoy).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Redactar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clase una ficha: problema + usuario + tipo tentativo.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Salir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tarea autónoma clara para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Hoy no entregamos la propuesta completa: entregamos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insumo #1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(ficha de problema).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Cada unidad alimentará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mismo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documento — no son talleres isla.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Sin problema claro no hay propuesta defendible.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CREATIVIDAD ≠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Primera idea madre del curso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Creatividad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Innovación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¿Se me ocurre algo nuevo?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¿Lo pongo en marcha y genera valor?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Idea, boceto, lluvia de ideas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Prototipo usado / proceso cambiado / adopción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Quedarse en “idea genial”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</a:rPr>
                        <a:t>No verificar si alguien lo necesita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Sin implementación y sin valor → hay idea,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hay innovación.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ANALOGÍA DE LA RECETA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Creatividad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inventar la receta (la idea puede quedarse en un post-it).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cocinarla, servirla y que alguien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pida de nuevo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Ingeniería abunda “tengo una app…” y falta “alguien la usó y le cambió el dolor”.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Este curso apunta a lo segundo: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valor en uso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solo ingenio.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TRABAJO FINAL DESDE EL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Entregable conductor: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de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(usuario + dolor + tipo tentativo + valor esperado).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el problema queda claro ahora, el resto del curso tiene hacia dónde empujar.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Tipos Oslo (producto, proceso, organización, marketing, social): hoy solo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tentativo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INNOVACIÓN (vista previa · Oslo / OCDE)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Hoy solo eligen un tipo tentativo — se profundiza más adelante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guía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en Ingeniería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nuevo bien/servicio?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Módulo/app con valor de uso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entrego distinto?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Automatizar pruebas / despliegues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Organización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nos coordinamos?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Nuevo flujo de roles en un equipo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llego/posiciono?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Nuevo canal de adopción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impacto comunitario?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Solución con bien público medible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663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Innovación ≠ gadget. Puede ser proceso u organización sin hardware nuevo.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Ficha de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 tentativo: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Reserva clara de laboratorio de Ingeniería.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Usuario: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estudiantes que reservan equipos de laboratorio.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Problema: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llegan y el equipo está ocupado / sin rastro de quién lo pidió; pierden 40–60 min.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 / síntoma: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tiempo perdido, frustración, subuso de equipos.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 tentativo: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proceso (flujo) + posible producto (módulo de reserva).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Valor esperado: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menos tiempo muerto y mejor uso de recursos.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Ojo: esto es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del 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aún no la solución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Ficha problema–oportunidad 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Completen en clase estos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 campos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1. Título tentativo · 2. Usuario concreto · 3. Problema (3–5 líneas)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4. Evidencia o síntoma observable · 5. Tipo de innovación tentativo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6. Una frase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valor esperado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alguien externo entiende el dolor sin pedir aclaración, sirve.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Al final: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personas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leen solo usuario + problema (30 s c/u).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Suban la ficha a CDigital: `S01_FichaProblema_Apellido`.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Mejoren el problema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observación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(dato, foto o frase de un usuario).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Traigan a la Sesión 02 una lista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bloqueadores personales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les impiden crear.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Creatividad genera · Innovación implementa con valor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Hilo: Propuesta de Innovación (insumo #1 = ficha de hoy)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Próxima: Inteligencia emocional, creatividad e innovación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Mismo Meet · mismo horario semanal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