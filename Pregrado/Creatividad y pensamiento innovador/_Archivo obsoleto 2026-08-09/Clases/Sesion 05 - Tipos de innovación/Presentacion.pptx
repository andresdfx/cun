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TIPOS DE INNOVACIÓN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Tipos de innovación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Tipos de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Cuadro comparativo · mejoras en contextos socio-económicos.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Tipos de innovación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Cuadro comparativo · mejoras en contextos socio-económicos.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Tipos de innovación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Tipos de innovación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