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05 — Análisis de negocios · validación de la propuesta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05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Análisis de negocios · validación de la propuesta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Hoy la propuesta deja de ser un ensayo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Hasta ahora su propuesta 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bien argumentada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tiene usuario, tipo, grado y criterios.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Pero sigue apoyada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cosas que ustedes creen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que nadie ha comprobado.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 del caso del laboratorio: todo el proyecto se sostiene sobre una creencia —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"el estudiante sí registraría su turno"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esa creencia es falsa, no importa qué tan bien programado esté: nadie lo usa y el problema sigue igual.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Eso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supuesto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hoy aprendemos a ponerlos a prueba antes de invertir el semestre en construir.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herramientas, una detrás de otra: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(radiografía),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Canvas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(cómo se sostiene),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MVP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(lo mínimo para aprender).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la cadena que las une: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supuesto → prueba → criterio → 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Salen de la hora con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mini-Canvas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MVP descrito en 5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prueba de validación con criterio de éxito medible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FODA: la radiografía rápida (y su única regla)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ortalezas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portunidades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ebilidades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menazas. También lo verán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DAFO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división que casi todos confunden: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Fortalezas y Debilidades son INTERNAS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dependen de usted y de su equipo. Puede cambiarlas.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Oportunidades y Amenazas son EXTERNAS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están en el entorno. Solo puede aprovecharlas o cubrirse.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Error típico: poner "falta de presupuesto de la universidad" como debilidad. No es interna: es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amenaza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de oro, única e innegociable: cada ítem debe ser específico y verificable.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"Fortaleza: somos creativos." — no se puede comprobar, no decide nada.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"Fortaleza: tenemos acceso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30 usuarios del laboratorio esta semana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." — concreto y comprobable.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FODA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 bullets bien escritos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vale más que uno de 20 frases genéricas.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FODA: la radiografía rápida (y su única regla)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 función no es decorar el documento: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decidir dónde apoyarse y qué vigilar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FODA: la versión que no sirve y la que sí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24785"/>
                <a:gridCol w="3839243"/>
                <a:gridCol w="46475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Cuadrante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vacía (no sirve)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verificable (sí sirve)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Fortaleza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(interna)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"Somos creativos y comprometidos"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"Tengo acceso 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30 usuarios del laboratorio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esta semana"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Debilidad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(interna)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"Nos falta experiencia"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Nadie del equipo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ha hecho una entrevista de usuario antes"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Oportunidad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(externa)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"Hay mucha tecnología disponible"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campus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ya publica el horario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laboratorios en un archivo abierto"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Amenaza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(externa)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"Puede haber competencia"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laboratorio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exige autorización escrita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para cualquier piloto"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rápida: si un compañero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puede comprobar su frase esta semana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todavía es un adjetivo, no un dato.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Business Model Canvas: cómo se sostiene su propuesta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Business Model Canvas (BMC)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Alexander Osterwalder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es un lienzo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 bloques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Describe, en una sola página, cómo una propuesta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crea, entrega y captura valor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sirve en este curso: obliga a responder preguntas que la ingeniería suele saltarse.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¿Para quién es exactamente? ¿Cómo llega a esa persona? ¿Quién lo sostiene si nadie paga?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Aviso importante: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hoy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vamos a llenar los nueve bloques, ni falta que hace.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Canvas a medias pero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concreto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decide más que uno completo lleno de frases generales.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Prioridad mínima de hoy — cuatro bloques: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propuesta de valor · segmento de clientes · canales · actividades clave.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Canvanizer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(canvanizer.com/new/business-model-canvas) — gratis y en el navegador.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Strategyzer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solo lo miramos como referencia visual; el trabajo real se hace en Canvanizer, Excalidraw o Google Docs.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nueve bloques del Canvas y su pregunta clave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29511"/>
                <a:gridCol w="3147558"/>
                <a:gridCol w="5455767"/>
                <a:gridCol w="167869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clave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Hoy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Segmento de clientes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¿Para quién es? ¿Quién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usa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Obligatorio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de valor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dolor alivia o qué gana el usuario?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Obligatorio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Canales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llega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la propuesta al usuario?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Obligatorio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Relación con el cliente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se capta y se retiene?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Opcional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Actividades clave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hay que hacer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sí o sí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Obligatorio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Recursos clave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se necesita: datos, gente, infraestructura?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Opcional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Socios clave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¿Quién ayuda desde afuera?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Opcional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Estructura de costos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cuesta? (aunque sea cualitativo)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Opcional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nueve bloques del Canvas y su pregunta clave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1005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29511"/>
                <a:gridCol w="3147558"/>
                <a:gridCol w="5455767"/>
                <a:gridCol w="167869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clave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Hoy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Fuentes de ingreso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¿Quién paga o cómo se sostiene si es social?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Opcional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28346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cuatro obligatorios son los que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aclaran la propuesta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Los otros cinco se llenan después, cuando ya sepa a quién le sirve.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llenan bien los cuatro bloques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Segmento de clientes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una persona concreta, no una categoría.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Vago: "estudiantes". Concreto: "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estudiantes de Ingeniería de 4º semestre que cursan laboratorio los martes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valor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gana el usuario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lo que hace su sistema.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Vago: "una plataforma de gestión de turnos". Concreto: "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llegas y ya tienes equipo asignado; dejas de perder tu hora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Canales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camino real por el que la propuesta llega a esa persona.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Vago: "redes sociales". Concreto: "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docente lo anuncia al inicio del laboratorio; el aviso llega por 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Actividades clave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lo que hay que hacer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 o 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que esto exista.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Vago: "desarrollar el sistema". Concreto: "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conseguir el horario real de ocupación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" y "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obtener el permiso del laboratorio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escritura para los cuatro: si la frase le sirve igual a otro proyecto del salón,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todavía no es su Canvas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MVP: la maqueta, no el edificio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MVP = Producto Mínimo Viable.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versión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más pequeña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permite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aprender de un usuario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analogía que hay que recordar: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construyan el edificio entero para saber si alguien quiere vivir ahí; armen la maqueta que responde la duda más cara.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el MVP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"la app fea pero completa".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"la fase 1 del software grande".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una versión reducida en funciones pero igual de costosa en tiempo.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pregunta que responde un MVP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"¿funciona el código?".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"¿esto le importa a alguien?"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Consecuencia práctica: un MVP puede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tener nada de software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Y sigue siendo un MVP válido.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MVP: la maqueta, no el edificio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Definición operativa que pueden usar hoy: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más barato que responde su duda más cara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MVP baratos que sí caben en un semestre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3769439"/>
                <a:gridCol w="3769439"/>
                <a:gridCol w="119034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de MVP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 qué consiste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pregunta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Landing page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página con la promesa y un botón de lista de espera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¿Cuánta gente se anota? ¿A alguien le interesa?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tarde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Prototipo clicable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Pantallas enlazadas entre sí, sin backend ni datos reales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¿La persona entiende el flujo sin que yo se lo explique?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2–3 horas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Piloto "concierge"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Usted hace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 mano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lo que después haría el sistema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¿El usuario valora el resultado, aunque sea manual?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semana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Storyboard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 viñetas del antes/durante/después, mostradas a 5 usuarios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¿Reconocen el dolor? ¿La solución les hace sentido?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hora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piloto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concierge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 el más subestimado: prueba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valor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antes de escribir una sola línea de código.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cadena de validación: cinco eslabones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Validar no es "mostrarle la idea a alguien". Es una cadena corta y disciplinada: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Supuesto → Riesgo si es falso → Prueba → Criterio de éxito → Decisión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Supuesto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algo que usted cree y no ha comprobado. Se escribe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afirmación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como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Riesgo si es falso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se cae si resulta que no era cierto. Sirve para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ordenar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cuál validar primero.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Empiece siempre por el supuesto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más riesgoso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el que, si es falso,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tumba el proyecto entero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Prueba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la acción concreta,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cuántas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hacen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cuánto dura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Criterio de éxito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número o la observación que decide.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fija ANTES de probar.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lo fija después, va a "ver lo que quiere ver". Ese sesgo no se vence con buena voluntad, se vence con anticipación.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seguir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pivotar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Las tres son resultados válidos del método.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cadena de validación: cinco eslabones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una advertencia: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se valida con opiniones de amigos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Sus amigos no son el segmento y no le van a decir que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la cadena completa del caso del laboratorio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Supuesto riesgoso: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"Los estudiantes registrarían la reserva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el flujo toma menos de 1 minuto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Fíjense: está escrito como afirmación y trae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condición medible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dentro.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Riesgo si es falso: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nadie usa el sistema, y el problema del laboratorio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sigue exactamente igual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es el primero de la lista: si esto falla, todo lo demás sobra.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Prueba: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 estudiantes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cronometran el registro en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prototipo en papel o clicable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sin ayuda mía.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Barata, rápida, y no requiere que exista el sistema.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≥ 4 de 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completan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menos de 60 segundos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dicen que lo usarían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Dos condiciones: una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tiempo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(observable con cronómetro) y una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intención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(declarada por el usuario).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pasa → sigo y construyo. Si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de 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pasa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pivoto el flujo o lo paro.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la cadena completa del caso del laboratorio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importante del ejemplo: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criterio se escribió antes de la prueba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Por eso el resultado obliga, en vez de acomodarse.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"Voy a validar mi idea" no es una prueba. Esta cadena, con números, sí lo 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Criterios de éxito: el que no sirve y el que sí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3174264"/>
                <a:gridCol w="476139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 que NO sirve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 reescrito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"Que a la gente le guste"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"Gustar" no se observa ni se cuenta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 de 5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dicen que lo usarían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la próxima semana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"Que sea fácil de usar"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Sin umbral, cualquier resultado "pasa"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 de 5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terminan el flujo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en menos de 60 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sin ayuda"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"Que muchos se interesen"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"Muchos" no es un número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 menos 15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40 dejan su correo en la lista de espera"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"Que funcione bien"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Mide el sistema, no al usuario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Ningún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usuario pregunta '¿y ahora qué hago?' durante la prueba"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Fórmula: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[cuántos] de [cuántos]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hacen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[qué acción observable]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[qué condición]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su criterio no cabe en esa fórmula, todavía es un deseo.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FODA: fortaleza, somos creativos."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Eso no se verifica. Cámbielo por un hecho: "acceso a 30 usuarios esta semana".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"El MVP es la app terminada pero sin diseño."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El MVP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lo más barato que responde su duda más cara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Una landing o un prototipo en papel sirven.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"Ya validé: a mis amigos les gustó."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Sus amigos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son el segmento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no le van a decir que no. Pruebe con usuarios reales y un criterio medible.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"Lleno el Canvas con frases generales."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 Canvas genérico no decide nada. Sea concreto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propuesta de valor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segmento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"¿Para qué elegir un solo supuesto?"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Porque el tiempo es finito. Valide primero el que,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si es falso, tumba todo el proyecto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Que la prueba falle es un buen resultado.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Descubrir en la semana 3 que el supuesto era falso vale mucho más que descubrirlo el día de la sustentación.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su mini-Canvas en Canvanizer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canvanizer.com/new/business-model-canvas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navegador. Es gratis y no exige instalar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lienzo aparece con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nueve bloques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ya dibujados. No se asuste: hoy solo llena cuatro.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Empiece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Value Proposition (propuesta de valor)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no por el producto. Escriba lo que gana el usuario.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Siga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Customer Segments (segmento)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Nombre a la persona con al menos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rasgos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(rol + situación).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Luego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Channels (canales)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por dónde se entera y por dónde lo usa.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Cierre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Key Activities (actividades clave)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máximo tres, las que sin ellas no hay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nota por idea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(no párrafos). El Canvas se lee de un vistazo o no sirve.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enlace de compartir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da Canvanizer, o tome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captura de pantalla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la captura o el enlace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junto con su MVP y su prueba.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su mini-Canvas en Canvanizer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Canvanizer no carga o pide cuenta: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Excalidraw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una tabla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alternativas totalmente válidas.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Mini-Canvas + plan de MVP (22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Cuatro entregas, en este orden: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 FODA de máximo 6 bullets en total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todos verificables, con la división interna/externa correcta.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 min)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 Canvas mínimo en Canvanizer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al menos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propuesta de valor, segmento, canales y actividades clave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(7 min)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 MVP descrito en 5 líneas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qué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 mínimo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van a mostrar, y a quién.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(5 min)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 Una prueba de validación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supuesto más riesgoso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criterio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numérico u observable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(6 min)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Usen la fórmula: [cuántos] de [cuántos] hacen [qué acción] en [qué condición].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Al final,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personas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comparten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solo su prueba y su criterio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 el Canvas completo.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 prueba tiene un criterio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puede medir hoy mismo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está escrito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ejecutarla.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Segunda verificación: ¿su prueba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podría fallar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? Si el criterio es tan blando que siempre pasa, no es una prueba.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se pierde llenando los nueve bloques del Canvas, deténgase: hoy solo cuatro. El resto queda para después.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FODA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máximo 6 bullets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uno se puede comprobar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Puse Fortalezas/Debilidades en 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interno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Oportunidades/Amenazas en 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externo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(revisé que no se me cruzaran).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valor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dice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gana el usuario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lo que hace el sistema.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segmento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nombra a la persona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rol + situación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solo "estudiantes".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MVP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puede hacer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requiere programar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nada todavía.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Elegí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supuesto y puedo explicar por qué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más riesgoso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mi lista.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criterio de éxito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número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observación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clara, y lo escribí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probar.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prueba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cuántas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cuánto dura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se llama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`S06_CanvasMVP_Apellido`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solo sirve si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verificable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MVP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la maqueta que responde la duda más cara,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el edificio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Validar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supuesto → prueba → criterio → 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el criterio fijado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su Canvas + MVP + prueba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`S06_CanvasMVP_Apellido`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Plataforma: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Ejecuten la prueba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aunque sea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usuarios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y traigan los resultados a la próxima sesión.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Anoten lo que pasó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tal cual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incluso si el criterio no se cumplió. Ese dato es el más valioso que van a tener.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Traigan también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sigo, pivoto o paro, y por qué.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Vigilancia tecnológica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para que su MVP no viva en una burbuja y sepa contra qué compite.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05: Análisis de negocios · validación de la propuesta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