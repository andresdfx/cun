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CREATIVIDAD Y PENSAMIENTO INNOVADOR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EI004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27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Área oferente: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Unidad de Emprendimiento e Innovación (C-EMP)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miércoles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tema/problema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 interés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Identificar tus habilidades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creatividad 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aplicarlas a mejorar una realidad observada (producto, proceso u organización).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Hilo conductor: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anunciada desde la semana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Creatividad/innovación en I+D · Design Thinking y técnicas.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Gestión de la innovación (Manual de Oslo / OCDE).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Tipos de innovación.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Análisis de negocios · validación de la propuesta.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Vigilancia tecnológica.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Innovación local–internacional · entidades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27/09/2026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12/08/2026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26/08/2026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27/08/2026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09/09/2026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16/09/2026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= 30% · Corte 2 = 30% · Corte 3 = 40%. Cada ACA evalúa el corte completo (no hay subdivisión en varios EV). Enunciados: Clases/Recursos/ACAs/. Fechas fijadas por el Docente, siempre en el día de clase (mié).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· Cada ACA evalúa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100% de su corte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ACA 1 = Corte 1, ACA 2 = Corte 2, ACA 3 = Corte 3.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Festivo en día de clase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(actividad en el CDigital), no cancelación.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Propuesta de Innovación se explica desde el día 1 y se valida/sustenta hacia la unidad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https://cdigital.cun.edu.co/course/view.php?id=115463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Creatividad]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Herramientas típicas: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Design Thinking, Canvas, Journey Map, MVP, vigilancia tecnológica.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Miércoles,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Piensa desde ya en un problema real que quieras mejorar con innovación.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EI004 · 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