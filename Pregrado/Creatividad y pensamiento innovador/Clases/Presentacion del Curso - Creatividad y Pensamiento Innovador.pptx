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CREATIVIDAD Y PENSAMIENTO INNOVADOR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EI004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27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Área oferente: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Unidad de Emprendimiento e Innovación (C-EMP)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miércoles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Formulario de Google · encuestas y Q&amp;A en el propio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Escanea el QR o abre: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[URL Formulario Preséntate — pendiente · CREATIVIDAD Y PENSAMIENTO INNOVADOR]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respondes (1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un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tema o problema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te interese (1 frase). Entras con tu correo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no hay que crear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Ahora, ~3 min.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Somos 50: no alcanzamos a presentarnos uno por uno, así que el formulario nos ordena.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eso, hoy: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lee en voz alta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 o 6 respuestas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proyecta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formulario — ahí quedan todas a la vista, no solo las leídas.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vivo: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preguntas y las votaciones van por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encuesta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propio Meet; no hay que abrir ninguna otra plataforma.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respuestas quedan en una hoja que el Docente usa todo el periodo (equipos, ejemplos y seguimiento).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9815" y="2926079"/>
            <a:ext cx="28346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C2340"/>
                </a:solidFill>
                <a:latin typeface="Calibri"/>
              </a:rPr>
              <a:t>QR pendiente</a:t>
            </a:r>
          </a:p>
          <a:p>
            <a:pPr algn="ctr">
              <a:spcBef>
                <a:spcPts val="1000"/>
              </a:spcBef>
            </a:pPr>
            <a:r>
              <a:rPr sz="1200" b="0" i="0">
                <a:solidFill>
                  <a:srgbClr val="2B2B2B"/>
                </a:solidFill>
                <a:latin typeface="Calibri"/>
              </a:rPr>
              <a:t>Se genera cuando el formulario tenga enlace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Formulario Preséntate — pendiente · CREATIVIDAD Y PENSAMIENTO INNOVADOR]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Identificar tus habilidades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creatividad 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aplicarlas a mejorar una realidad observada (producto, proceso u organización).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Hilo conductor: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anunciada desde la semana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Creatividad/innovación en I+D · Design Thinking y técnicas.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Gestión de la innovación (Manual de Oslo / OCDE).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Tipos de innovación.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Validación de la propuesta · vigilancia tecnológica.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Innovación local–internacional · entidades de apoyo.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Taller de consolidación y sustentación de la propuesta.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27/09/2026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12/08/2026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26/08/2026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27/08/2026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09/09/2026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(mié).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19/09/2026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19/08/2026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02/09/2026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09/09/2026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19/09/2026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16/09/2026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(1,6%,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(1,6%,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Festivo en día de clase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cancelación: la actividad y el material quedan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carpeta de esa sesión en el Drive de clases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(`Clases/Sesion NN - …/`); la entrega y la nota siguen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Propuesta de Innovación se explica desde el día 1 y se valida/sustenta hacia la unidad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https://cdigital.cun.edu.co/course/view.php?id=115463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Creatividad]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Material de clases (Drive):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Material de clases — carpeta Clases/ en Drive · Creatividad]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aquí está el material de cada sesión, incluida la de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Herramientas típicas: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Design Thinking, Canvas, Journey Map, MVP, vigilancia tecnológica.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Piensa desde ya en un problema real que quieras mejorar con innovación.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EI004 · 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