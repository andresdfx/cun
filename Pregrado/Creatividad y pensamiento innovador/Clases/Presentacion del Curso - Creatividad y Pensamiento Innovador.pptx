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Validación de la propuesta ·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Taller de consolidación y sustentación de la propuesta.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(mié).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19/09/2026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09/09/2026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16/09/2026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cancelación: la actividad y el material quedan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Creatividad]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