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tema/problema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interés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Análisis de negocios · validación de la propuesta.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19/08/2026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26/08/2026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02/09/2026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09/09/2026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16/09/2026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Enunciados: Clases/Recursos/ACAs/. Fechas = día de clase (mié).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(desglose EV: confirmar en CDigital / syllabus SIAC EI004).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(actividad en el CDigital), no cancelación.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(archivo local): `Cursos/Plantilla_APA_CUN_Proyecto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URL pública Plantilla APA: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[URL Drive/Moodle de la Plantilla APA CUN —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