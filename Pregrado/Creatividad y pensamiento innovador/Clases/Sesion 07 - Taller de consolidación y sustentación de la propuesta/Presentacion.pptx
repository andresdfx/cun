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07 — Taller de consolidación y sustentación de la propuesta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Creatividad y Pensamiento Innovador — Escuela de Ingenierías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07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Taller de consolidación y sustentación de la propuesta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CREATIVIDAD Y PENSAMIENTO INNOVADOR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Hoy no se entrega nada nuevo: hoy se sostiene lo que ya escribió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Final ya cerró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Quiz 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también. Esta sesión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tiene evaluación de contenido nueva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eso no la hace menos importante.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sí pasa hoy, en este orden: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Sustentación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cada quien defiende su propuesta con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pitch de 60 segundos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responde dos preguntas.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Retroalimentación entre pares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con una fórmula, no con "me gustó".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Consolidación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revisión de coherencia del documento: que las siete piezas hablen del mismo proyecto.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Cierre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autoevaluación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coevaluación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que se abren hoy en CDigital, y la ruta de lo que sigue.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Por qué sustentar después de entregar sirve, y mucho: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 que usted responda hoy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cambia la nota de la ACA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pero sí cambia el documento con el que va a golpear puertas después.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Y descubrir hoy que no sabe explicar su propia propuesta en un minuto es mejor que descubrirlo en una entrevista.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Traigan el documento abierto y el pitch ensayado. Hoy se habla, no se lee.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hilo completo de su Propuesta de Innovación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Miren de dónde vienen. Su propuesta ya no es una ocurrencia: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argumento con evidencia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Partieron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 problema real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de un usuario con un dolor concreto.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 convirtieron en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How Might We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en un banco de ideas del que eligieron con criterios.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Le pusieron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nombre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el Manual de Oslo: un tipo dominante, justificado.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argumentaron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contra una alternativa, con una matriz y una conclusión escrita.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 pusieron a prueba con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Canvas, un MVP y una validación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criterio fijado de antemano.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contrastaron con el entorno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un tablero de vigilancia, y ajustaron.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 conectaron con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afuera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entidades reales, una frase de impacto y un pitch de 60 segundos.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pieza de esa lista es un documento que ya existe. Hoy no se produce nada nuevo: 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verifica que todas hablen del mismo proyecto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Trazabilidad: qué sesión produjo qué sección del documento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212392"/>
                <a:gridCol w="5051636"/>
                <a:gridCol w="464750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Lo que produjo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Dónde vive en la propuesta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02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Reto (HMW), banco de ideas y criterios de selección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Problema–oportunidad: usuario, dolor y evidencia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03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Ficha Oslo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: tipo dominante, novedad, valor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Propuesta de valor y tipo de innovación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04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Matriz comparativa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contra una alternativa + conclusión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Justificación del tipo y del grado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05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FODA,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Canvas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,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MVP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y la prueba con criterio;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tablero de vigilancia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Validación y vigilancia tecnológica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06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Mapa de entidades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, frase de impacto y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guion del pitch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Ecosistema, siguiente paso y pitch anexo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07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(hoy)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Sustentación, ajustes de coherencia y cierre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documento revisado que se lleva del curso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alguna fila de esta tabla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 tiene documento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en su carpeta, esa es la sección que hay que reconstruir antes de usar la propuesta para cualquier otra cosa.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sustenta una propuesta en tres minutos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sustentación de hoy tiene tres tiempos, y el reloj corre: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0:00 – 1:00 · El pitch.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Los cinco tramos, tal como los ensayó: usuario y dolor · insight · propuesta y tipo · evidencia · pedido.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1:00 – 2:30 · Dos preguntas.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 compañero y el Docente preguntan. Se responde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corto y concreto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2:30 – 3:00 · La frase honesta.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Usted dice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qué está listo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qué falta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En una frase cada cosa.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Esa última frase es la que más pesa. Decir "me falta probar con usuarios reales"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 una debilidad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es madurez de proyecto.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 que sí se nota mal es la propuesta que dice estar terminada y se cae en la primera pregunta.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sustenta una propuesta en tres minutos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Tres reglas de la sala: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se lee la pantalla.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 necesita apoyo, una diapositiva con el dolor y el número de evidencia. Una sola.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se pide disculpas al empezar.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"Es que no me quedó muy bien" le quita autoridad a todo lo que venga después.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 responde lo que se preguntó.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 no sabe, se dice "no lo verifiqué" y se sigue. Es una respuesta válida y honesta.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cinco preguntas que le van a hacer (y cómo se responden)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233047"/>
                <a:gridCol w="3030981"/>
                <a:gridCol w="464750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está midiendo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Respuesta que funciona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¿Quién es exactamente su usuario?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Si el problema tiene una persona detrás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Rol + situación: "estudiantes de 4º que cursan laboratorio los martes"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evidencia tiene de que eso pasa?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Si el problema es observado o supuesto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dato, una observación o una frase textual del usuario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¿En qué se diferencia de lo que ya existe?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Si hubo vigilancia real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"Existe X; mi diferencia está en Y" — con la fuente a la mano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¿Cómo sabría que su propuesta funcionó?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Si hay criterio, no deseo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criterio de la prueba: [cuántos] de [cuántos] en [qué condición]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necesita ahora que no tiene?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Si sabe pedir el encaje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pedido concreto a una entidad concreta, acotado en el tiempo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Las cinco se responden con material que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usted ya escribió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Si alguna lo deja en blanco, ahí está el hueco de su documento.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Retroalimentar bien: la fórmula de las tres frases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Escuchar una sustentación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 un descanso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es la mitad del ejercicio. Y también es lo que se evalúa en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coevaluación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Use tres frases, en este orden, y no se salga de ahí: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"Me quedó claro que..."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nombre una cosa que entendió sin esfuerzo. Es información útil: le dice al otro qué sí funciona.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"No me quedó claro..."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señale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sola cosa, y sea específico. "No entendí quién es el usuario" sirve; "estuvo confuso" no.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"Le sugiero..."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una acción concreta y ejecutable, no un juicio.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cuenta como retroalimentación: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"Muy bien, felicitaciones" — amable e inútil.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"A mí me parece que deberías hacer una app" — eso es imponer su idea, no evaluar la del otro.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Corregir la ortografía de la diapositiva mientras el problema de fondo sigue sin usuario.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Retroalimentar bien: la fórmula de las tres frases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 critica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propuesta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nunca a la persona. Y se critica con criterio: el mismo que le van a aplicar a usted en cinco minutos.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Rúbrica de la ronda: qué mirar cuando escucha a un compañero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424785"/>
                <a:gridCol w="4041309"/>
                <a:gridCol w="444544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Criterio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Señal de que está flojo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Señal de que está sólido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Claridad del problema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Empieza por la solución o por la tecnología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 10 s ya sabemos a quién le duele qué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Solidez de la evidencia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"Todo el mundo sabe que..."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número, una observación o una cita del usuario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Diferencia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"No hay nada parecido" (sin haber buscado)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Nombra lo que existe y dice en qué se aparta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Claridad del pedido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Termina sin pedir nada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puede responder con un sí o un no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Estos cuatro criterios son los que debe usar también en el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foro de coevaluación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escriba con ellos, no con adjetivos.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Consolidar es revisar costuras, no escribir más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El error de la consolidación es creer que hay que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agregar páginas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Casi siempre hay que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quitar contradicciones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Las seis costuras que más se rompen, y cómo se revisan: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El usuario es el mismo en todo el documento.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Si en la ficha del problema era el estudiante y en el Canvas es el laboratorista, uno de los dos sobra.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El tipo Oslo coincide con lo que el Canvas describe.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Si dijo "innovación de proceso" y su propuesta de valor habla de un producto nuevo, algo se movió.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El MVP prueba el supuesto que usted dijo que era el más riesgoso.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Es el desajuste más común.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Alguna señal de vigilancia cambió algo visible.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Si el tablero está y la propuesta quedó idéntica, la vigilancia fue decorativa.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Lo que le pide a la entidad es lo que al proyecto le falta.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Si pide capital pero lo que le falta son usuarios, el pedido está mal dirigido.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El pitch dice lo mismo que el documento.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Si el pitch promete algo que el texto no sostiene, gana el texto: corrija el pitch.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Prueba final del paquete: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 lector externo debería poder contar su propuesta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después de leerla una vez. Si no puede, sobra texto o falta hilo.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Autoevaluación y coevaluación: qué son y cómo se diligencian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 ítems del corte 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nota propia, y 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abren hoy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CDigital. No son un trámite ni un formalismo.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Autoevaluación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cuestionario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usted responde sobre su propio proceso.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se trata de ponerse 5,0 ni de castigarse: se trata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argumentar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hechos del semestre.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Cuatro preguntas honestas que conviene responderse antes: ¿entregué a tiempo? ¿trabajé por semanas o la última noche? ¿incorporé la retroalimentación que recibí? ¿qué haría distinto?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Coevaluación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foro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participa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se sube archivo.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Escriba sobre el trabajo de sus compañeros usando los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cuatro criterios de la rúbrica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hoy, no adjetivos.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comentario útil menciona algo concreto que el otro dijo. "Buen trabajo" no es coevaluar.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Autoevaluación y coevaluación: qué son y cómo se diligencian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 advertencias operativas: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foro exige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participar dentro de la ventana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si se cierra, no hay archivo que lo reemplace.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Las fechas exactas de apertura y cierre están en CDigital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en la Presentación del Curso. Revíselas hoy, con la plataforma abierta.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Auto y coevaluación pesan poco por separado, pero son las notas más fáciles de perder: se pierden por no entrar.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Sustentación cruzada y consolidación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En ronda, por turnos · el Docente modera y toma el tiempo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final tiene: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lista escrita de ajustes —mínimo tres— y la devolución de un compañero anotada.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Ronda de sustentación: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pitch de 60 s + dos preguntas + la frase «qué está listo / qué falta». Quien escucha toma nota con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cuatro criterios de la rúbrica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una línea por criterio.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Devolución en pareja: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entréguele a su compañero las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frases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—me quedó claro / no me quedó claro / le sugiero—.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Revisión de costuras: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la devolución en la mano, revise las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seis costuras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su documento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anote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ajustes. No los haga ahora: escribir la lista es el producto del taller.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4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Abra 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verifique que ve los espacios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autoevaluación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coevaluación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sus fechas.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clase, sin falta: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pasos 1 a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Del 3 en adelante puede quedar en trabajo autónomo, pero antes de la próxima sesión.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objetivo no es lucirse: es descubrir el hueco mientras todavía hay alguien al lado para señalarlo.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cómo se revisa y dónde se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Sustentación cruzada y consolidación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Quedó bien si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—compruébelo usted antes de cerrar el documento—: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Sale con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mínimo tres ajustes escritos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recordados.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Tiene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anotada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 devolución de un compañero.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Su compañero pudo repetir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dolor, su valor y su pedido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sin mirar el documento.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 B: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no alcanza a sustentar hoy, hágalo por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foro del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el guion del pitch escrito más la frase de qué está listo y qué falta.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Las entregas documentales del aula ya cerraron: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cerró en la semana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Sesión 06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Guarde `S07_AjustesCierre_Apellido` (Google Doc o PDF) en su Drive.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Esta semana el aula sí espera: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Autoevaluación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(1,6%)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Coevaluación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(1,6%). Eso se responde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/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se sube como archivo.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en la sustentación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Leer el documento en voz alta.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El pitch se cuenta, no se lee. Si necesita apoyo, use una sola diapositiva con el dolor y el número.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Empezar pidiendo disculpas.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"No me quedó muy bien" borra el trabajo de seis sesiones antes de la primera frase.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Responder otra cosa cuando no se sabe.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no verificó algo, dígalo: "no lo verifiqué" es una respuesta profesional. Inventar no lo 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en la sustentación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"Ya entregué, ¿para qué sustentar?"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Porque el documento no se acaba en la nota: es la base de una convocatoria, de una opción de grado o de una entrevista.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"Mi propuesta cambió después de entregar."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Perfecto, dígalo. Mostrar que la propuesta evolucionó con la evidencia es exactamente lo que este curso quería enseñar.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hacer con esta propuesta después del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El semestre termina; la propuesta no tiene por qué terminar con él. Cuatro caminos reales, en orden de esfuerzo: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Escriba el correo de cinco líneas.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Ya tiene la entidad, el pedido y el pitch. Es media hora de trabajo y es lo único que separa el documento de una respuesta real.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Llévela a la unidad de emprendimiento de la CUN o a un semillero.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Es el cuadrante universitario: el más cercano y el que menos se usa.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Conviértala en opción de grado.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El problema ya está delimitado, hay evidencia y hay antecedentes: es más de lo que tiene la mayoría al empezar.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Úsela en una entrevista de trabajo.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No como "un trabajo de la universidad", sino como el caso donde usted detectó un problema, lo validó y decidió con criterio.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Lo que hay que actualizar antes de mostrarla afuera: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Verifique la vigencia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de las entidades y convocatorias que citó: cambian de un semestre a otro.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Ejecute la prueba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si no alcanzó a hacerla. Un criterio cumplido cambia por completo el tramo 4 del pitch.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Y una advertencia honesta: nadie va a venir a preguntarle por su propuesta.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La puerta se toca desde adentro.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Cierre del curso · últimos pendientes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ideas para llevarse del curso completo: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1. La innovación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es tener ideas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es elegir un problema real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defender una decisión con evidencia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2. Todo lo que no se puede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verificar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—un FODA, un criterio, una entidad— todavía no sirve para decidir.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3. Una propuesta que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se conecta con el afuera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se queda en el archivo, por buena que sea.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Pendientes de esta semana, y son los últimos: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Diligenciar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autoevaluación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(cuestionario) y participar en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coevaluación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(foro) dentro de su ventana en CDigital.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Aplicar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lista de ajustes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del taller a su documento y guardarlo en un sitio que no sea el escritorio del computador.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Revisar sus notas en el libro de calificaciones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escribir al Docente antes del cierre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 algo no cuadra. Después del cierre ya no hay margen.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Plataforma del curso: https://cdigital.cun.edu.co/course/view.php?id=115463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Cierre del curso · últimos pendientes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Cualquier duda administrativa, por el canal del curso.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Gracias por el trabajo de todo el ciclo.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RUTA DE ENTREGABLES DEL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Sin fechas a propósito: aquí va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qué punto del curso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cierra cada ítem · la ventana exacta la fija CDigital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59113"/>
                <a:gridCol w="2659113"/>
                <a:gridCol w="5593307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Cierra en la semana de…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debes tener 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Ten leída la unidad del encuadre: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Propuesta de Innovación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e inteligencia emocional.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Domina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Design Thinking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dos técnicas de ideación, bloqueadores y ensanchadores.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04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9%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Suma 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Manual de Oslo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qué cuenta como innovación y cómo se gestiona; el curso acumula.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05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21%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Tipifica tu innovación (producto, proceso, organización, marketing, social)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justifícala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06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Tarea · 32,8%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 la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propuesta consolidada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problema, tipo Oslo, FODA, Canvas, MVP, vigilancia y pitch.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06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Ten claros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FODA, Canvas y MVP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(verificable) y para qué sirve la vigilancia tecnológica.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07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cierra esta semana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1,6%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Diligénciala tú, y solo tú,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con honestidad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sobre tu participación real.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07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cierra esta semana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Foro · 1,6%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Publica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tu aporte: valora hechos del trabajo en equipo, no a las personas.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Esta misma tabla va al final de todas las sesiones.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 cada ventana está en el enunciado del ítem (`Clases/Recursos/ACAs/`) y en el aula: si el aula y cualquier otro material se contradicen,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manda el aula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07: Taller de consolidación y sustentación de la propuesta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CREATIVIDAD Y PENSAMIENTO INNOVADOR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