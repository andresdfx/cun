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Taller de consolidación y sustentación de la propuesta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Taller de consolidación y sustentación de la propuesta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no se entrega nada nuevo: hoy se sostiene lo que ya escribió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 ya cerró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Quiz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también. Esta sesión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tiene evaluación de contenido nueva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eso no la hace menos importante.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pasa hoy, en este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Sustentación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cada quien defiende su propuesta con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pitch de 60 segundos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responde dos preguntas.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Retroalimentación entre pares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 una fórmula, no con "me gustó".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Consolidación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revisión de coherencia del documento: que las siete piezas hablen del mismo 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que se abren hoy en CDigital, y la ruta de lo que sigue.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sustentar después de entregar sirve, y mucho: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usted responda hoy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cambia la nota de la ACA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pero sí cambia el documento con el que va a golpear puertas después.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descubrir hoy que no sabe explicar su propia propuesta en un minuto es mejor que descubrirlo en una entrevista.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Traigan el documento abierto y el pitch ensayado. Hoy se habla, no se lee.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hilo completo de su Propuesta de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Miren de dónde vienen. Su propuesta ya no es una ocurrencia: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argumento con evidencia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Partieron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problema real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de un usuario con un dolor concreto.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convirtieron en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How Might We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un banco de ideas del que eligieron con criterios.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 pusieron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Manual de Oslo: un tipo dominante, justificado.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argumentaron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contra una alternativa, con una matriz y una conclusión escrita.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pusieron a prueba con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Canvas, un MVP y una 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criterio fijado de antemano.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contrastaron con el entorno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tablero de vigilancia, y ajustaron.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conectaron con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afuera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entidades reales, una frase de impacto y un pitch de 60 segundos.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pieza de esa lista es un documento que ya existe. Hoy no se produce nada nuevo: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verifica que todas hablen del mismo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Trazabilidad: qué sesión produjo qué sección del documento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2392"/>
                <a:gridCol w="5051636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produjo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vive en la propuesta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Reto (HMW), banco de ideas y criterios de selección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Problema–oportunidad: usuario, dolor y evidencia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Ficha Oslo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tipo dominante, novedad, valor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Propuesta de valor y tipo de innovación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Matriz comparativa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contra una alternativa + conclusión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Justificación del tipo y del grado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FODA,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Canvas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MVP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la prueba con criterio;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tablero de vigilancia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Validación y vigilancia tecnológica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Mapa de entidades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frase de impacto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guion del pitch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Ecosistema, siguiente paso y pitch anexo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07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(hoy)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Sustentación, ajustes de coherencia y cierre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documento revisado que se lleva del curso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alguna fila de esta tabla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tiene documento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su carpeta, esa es la sección que hay que reconstruir antes de usar la propuesta para cualquier otra cosa.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sustenta una propuesta en tres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sustentación de hoy tiene tres tiempos, y el reloj corre: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0:00 – 1:00 · El pitch.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cinco tramos, tal como los ensayó: usuario y dolor · insight · propuesta y tipo · evidencia · pedido.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1:00 – 2:30 · Dos preguntas.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compañero y el Docente preguntan. Se responde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corto y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2:30 – 3:00 · La frase honesta.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Usted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está listo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falta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En una frase cada cosa.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Esa última frase es la que más pesa. Decir "me falta probar con usuarios reales"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una debilidad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madurez de 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sí se nota mal es la propuesta que dice estar terminada y se cae en la primera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sustenta una propuesta en tres minutos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reglas de la sala: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se lee la pantalla.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necesita apoyo, una diapositiva con el dolor y el número de evidencia. Una sola.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se pide disculpas al empezar.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"Es que no me quedó muy bien" le quita autoridad a todo lo que venga después.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responde lo que se preguntó.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no sabe, se dice "no lo verifiqué" y se sigue. Es una respuesta válida y honesta.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cinco preguntas que le van a hacer (y cómo se responden)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3047"/>
                <a:gridCol w="3030981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está midiendo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que funciona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¿Quién es exactamente su usuario?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el problema tiene una persona detrás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Rol + situación: "estudiantes de 4º que cursan laboratorio los martes"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evidencia tiene de que eso pasa?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el problema es observado o supuesto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dato, una observación o una frase textual del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¿En qué se diferencia de lo que ya existe?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hubo vigilancia real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"Existe X; mi diferencia está en Y" — con la fuente a la mano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sabría que su propuesta funcionó?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hay criterio, no deseo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criterio de la prueba: [cuántos] de [cuántos] en [qué condición]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necesita ahora que no tiene?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sabe pedir el encaje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pedido concreto a una entidad concreta, acotado en el tiempo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cinco se responden con material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usted ya escribió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alguna lo deja en blanco, ahí está el hueco de su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Retroalimentar bien: la fórmula de las tres frases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Escuchar una sustentación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descanso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la mitad del ejercicio. Y también es lo que se evalúa en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Use tres frases, en este orden, y no se salga de ahí: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"Me quedó claro que..."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nombre una cosa que entendió sin esfuerzo. Es información útil: le dice al otro qué sí funciona.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"No me quedó claro..."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señale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sola cosa, y sea específico. "No entendí quién es el usuario" sirve; "estuvo confuso" 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"Le sugiero..."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una acción concreta y ejecutable, no un juicio.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cuenta como retroalimentación: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"Muy bien, felicitaciones" — amable e inútil.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"A mí me parece que deberías hacer una app" — eso es imponer su idea, no evaluar la del otro.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Corregir la ortografía de la diapositiva mientras el problema de fondo sigue sin usuario.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Retroalimentar bien: la fórmula de las tres frases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critica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a la persona. Y se critica con criterio: el mismo que le van a aplicar a usted en cinco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Rúbrica de la ronda: qué mirar cuando escucha a un compañero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4785"/>
                <a:gridCol w="4041309"/>
                <a:gridCol w="4445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está flojo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está sólido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Claridad del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la solución o por la tecnología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10 s ya sabemos a quién le duele qué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Solidez de la evidencia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"Todo el mundo sabe que..."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número, una observación o una cita del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Diferencia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hay nada parecido" (sin haber buscado)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 lo que existe y dice en qué se aparta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Claridad del pedido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Termina sin pedir nada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puede responder con un sí o un 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Estos cuatro criterios son los que debe usar también en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foro de coevaluación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escriba con ellos, no con adjetivos.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Consolidar es revisar costuras, no escribir 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El error de la consolidación es creer que hay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agregar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Casi siempre hay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quitar contradicciones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Las seis costuras que más se rompen, y cómo se revisan: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usuario es el mismo en todo el documento.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en la ficha del problema era el estudiante y en el Canvas es el laboratorista, uno de los dos sobra.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tipo Oslo coincide con lo que el Canvas describe.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dijo "innovación de proceso" y su propuesta de valor habla de un producto nuevo, algo se movió.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MVP prueba el supuesto que usted dijo que era el más riesgoso.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Es el desajuste más común.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Alguna señal de vigilancia cambió algo visible.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el tablero está y la propuesta quedó idéntica, la vigilancia fue decorativa.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Lo que le pide a la entidad es lo que al proyecto le falta.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pide capital pero lo que le falta son usuarios, el pedido está mal dirigido.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pitch dice lo mismo que el documento.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el pitch promete algo que el texto no sostiene, gana el texto: corrija el pitch.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Prueba final del paquete: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lector externo debería poder contar su propuesta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después de leerla una vez. Si no puede, sobra texto o falta hilo.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y coevaluación: qué son y cómo se diligencian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ítems del corte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nota propia, y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abren hoy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CDigital. No son un trámite ni un formalismo.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cuestionario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usted responde sobre su propio proceso.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trata de ponerse 5,0 ni de castigarse: se trata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argumentar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hechos del semestre.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Cuatro preguntas honestas que conviene responderse antes: ¿entregué a tiempo? ¿trabajé por semanas o la última noche? ¿incorporé la retroalimentación que recibí? ¿qué haría distinto?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participa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sube archivo.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Escriba sobre el trabajo de sus compañeros usando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cuatro criterios de la rúbrica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hoy, no adjetivos.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comentario útil menciona algo concreto que el otro dijo. "Buen trabajo" no es coevaluar.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y coevaluación: qué son y cómo se diligencian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advertencias operativas: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foro exige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participar dentro de la ventana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se cierra, no hay archivo que lo reemplace.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Las fechas exactas de apertura y cierre están en 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la Presentación del Curso. Revíselas hoy, con la plataforma abierta.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Auto y coevaluación pesan poco por separado, pero son las notas más fáciles de perder: se pierden por no entrar.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Sustentación cruzada y consolidación (25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1 (12 min) · Ronda de sustentación.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Turnos de 3 minutos: pitch de 60 s + dos preguntas + la frase de "qué está listo / qué falta".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Quien escucha toma nota con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cuatro criterios de la rúbrica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Una línea por criterio, no más.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2 (5 min) · Devolución en pareja.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Cada quien le entrega a su compañero las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tres frases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me quedó claro / no me quedó claro / le sugiero.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3 (6 min) · Revisión de costuras.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Con la devolución en la mano, revise las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seis costuras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 su documento y anote los ajustes en una lista.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No los haga ahora: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anótelos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Escribir la lista es el producto del taller.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Paso 4 (2 min) · Abra CDigital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verifique que ve los espacios de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y sus fechas.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sale de la sesión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una lista escrita de ajustes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—mínimo tres— y con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la devolución de un compañero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anotada, no recordada.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Segunda verificación: su compañero pudo repetir su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dolor, su valor y su pedido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sin mirar el documento.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Quien no alcance a sustentar hoy lo hace por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foro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guion del pitch escrito + la frase de qué está listo y qué falta.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objetivo no es lucirse: es descubrir el hueco mientras todavía hay alguien al lado para señalarlo.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sustentación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Leer el documento en voz alta.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pitch se cuenta, no se lee. Si necesita apoyo, use una sola diapositiva con el dolor y el número.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pidiendo disculpas.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"No me quedó muy bien" borra el trabajo de seis sesiones antes de la primera frase.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Responder otra cosa cuando no se sabe.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no verificó algo, dígalo: "no lo verifiqué" es una respuesta profesional. Inventar no lo 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sustentación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entregué, ¿para qué sustentar?"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Porque el documento no se acaba en la nota: es la base de una convocatoria, de una opción de grado o de una entrevista.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propuesta cambió después de entregar."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Perfecto, dígalo. Mostrar que la propuesta evolucionó con la evidencia es exactamente lo que este curso quería enseñar.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hacer con esta propuesta después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El semestre termina; la propuesta no tiene por qué terminar con él. Cuatro caminos reales, en orden de esfuerzo: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Escriba el correo de cinco líneas.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Ya tiene la entidad, el pedido y el pitch. Es media hora de trabajo y es lo único que separa el documento de una respuesta real.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Llévela a la unidad de emprendimiento de la CUN o a un semillero.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Es el cuadrante universitario: el más cercano y el que menos se usa.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Conviértala en opción de grado.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El problema ya está delimitado, hay evidencia y hay antecedentes: es más de lo que tiene la mayoría al empezar.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Úsela en una entrevista de trabajo.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No como "un trabajo de la universidad", sino como el caso donde usted detectó un problema, lo validó y decidió con criterio.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Lo que hay que actualizar antes de mostrarla afuera: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Verifique la vigencia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 las entidades y convocatorias que citó: cambian de un semestre a otro.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Ejecute la prueba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si no alcanzó a hacerla. Un criterio cumplido cambia por completo el tramo 4 del pitch.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Y una advertencia honesta: nadie va a venir a preguntarle por su propuesta.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puerta se toca desde adentro.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 · últimos 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del curso completo: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La innovación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tener ideas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elegir un problema real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defender una decisión con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Todo lo que no se puede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—un FODA, un criterio, una entidad— todavía no sirve para decidir.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Una propuesta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se conecta con el afuera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queda en el archivo, por buena que sea.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Pendientes de esta semana, y son los últimos: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Diligenciar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(cuestionario) y participar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(foro) dentro de su ventana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Aplicar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lista de ajustes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taller a su documento y guardarlo en un sitio que no sea el escritorio del computador.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Revisar sus notas en el libro de calificaciones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escribir al Docente antes del cierre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algo no cuadra. Después del cierre ya no hay margen.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Plataforma del curso: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Cierre del curso · últimos pendientes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Cualquier duda administrativa, por el canal del curso.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Gracias por el trabajo de todo el ciclo.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Taller de consolidación y sustentación de la propuesta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