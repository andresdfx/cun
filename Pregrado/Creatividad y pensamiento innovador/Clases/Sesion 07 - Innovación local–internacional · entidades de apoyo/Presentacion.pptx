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Innovación local–internacional · entidades de apoyo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Innovación local–internacional · entidades de apoyo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semilla buena no 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innovación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rara vez sobrevive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Para pasar de prototipo a impacto necesita cosas que ustedes no tienen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 · mentoría · redes de contactos · infraestructura · marco normativo · clientes.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metáfora del día: una semilla buena no basta. Necesita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tierra, agua, luz y clima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ecosistema de innovación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ese entorno: el conjunto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actores y reglas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rodean a un equipo de I+D o a un emprendedor.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su trabajo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termina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suben el archivo a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Termina —de verdad— cuando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alguien de afuera le abre una puerta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la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para que alguien abra esa puerta, hay que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quién tocarla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abre.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Salen de la hora con dos cosas: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mínimo 3 entidades reales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 pedido concreto a cada una,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ensayado y cronometrado.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puede dar el ecosistema (y qué no)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Seis insumos que una propuesta necesita y que casi nunca se consiguen solos: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dinero para materiales, licencias o dedicación. Rara vez es lo primero que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alguien que ya se equivocó antes y le ahorra tres meses de camino.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Redes de contactos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acceso a las personas correctas, que suele valer más que el dinero.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laboratorios, equipos, espacios,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normativo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permisos, avales, respaldo institucional para poder probar.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Clientes o usuarios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insumo más escaso de todos y el que más rápido madura un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ecosistema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hace: no valida por usted, no arregla una propuesta sin usuario, y no reemplaza la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llega a una entidad sin saber qué problema resuelve, la puerta se abre y no pasa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Antes de buscar plata, pregúntese cuál de los seis insumos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que hoy le falta de verdad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Casi nunca es el primero.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mapa de entidades: cuatro cuadrantes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9516"/>
                <a:gridCol w="5562743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 orientativos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suelen ofrecer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Universitario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 · semilleros de investigación · laboratorios y docentes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Mentoría, espacio, validación, contactos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Público / 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Cámaras de Comercio · programas de alcaldías y gobernaciones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iNNpulsa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Minciencias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Convocatorias, capital semilla, formación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Privado / redes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Hubs y aceleradoras · comunidades tech · empresas ancla de su sector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Piloto, inversión, red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Internacional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Programas de cooperación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open innovation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multilatinas · plataformas de retos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Retos abiertos, financiación, escalamiento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mapa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un directorio. Los programas cambian: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verifiquen el nombre y la vigencia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día que vayan a escribir.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Aprender a preguntar el encaje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acercarse a cualquier entidad, respóndase una sola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me sirve ESTA entidad?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tipos de encaje posibles.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entidad — no los cinco: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alguien revise lo que ya hice y me diga dónde está el hueco.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 semilla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recursos para una etapa concreta y acotada.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Networking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me conecten con quien ya trabaja en 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acceso a un espacio, un equipo o unos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usuarios reales para probar mi MVP en condiciones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usted no sabe qué pediría, la entidad todavía no le sirve.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la entidad la que falla: es que su propuesta aún no sabe qué le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para descubrirlo: vuelva 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y a su prueba de validación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¿Qué le faltó para ejecutarla bien?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"Pedir apoyo" no es un pedido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vago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concreto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"Necesito apoyo para mi proyecto"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otro no sabe qué hacer con eso y archiva el correo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20 minutos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revisen mi Canvas y mi MVP"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"Quisiera que me ayuden con usuarios"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cuántos, ni cuándo, ni para 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por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probar el flujo"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"Me interesa participar en convocatorias"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información que ya es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confirmar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 convocatoria vigente"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"Busco financiación"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monto ni destino, no es evaluable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apoyo para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materiales de un piloto de 4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buen pedido cabe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correo de 5 líneas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le permite al otro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sí o 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sin tener que preguntar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mapa de entidades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88170"/>
                <a:gridCol w="2264658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apoyo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pediría en un correo de 5 líneas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Mentoría / pitch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Revisión del Canvas y del pitch,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 contactos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estudiantes usuarios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Área de TI o empresa del sector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reales durante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cronometrar el flujo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Programa público o Cámara de Comercio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Convocatoria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Confirmación 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postulación vigentes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 en la tercera columna: cada fila tiene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pedido concreto, medible y acotado en el tiempo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Ninguna dice "pedir ayuda".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contar 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lograr que el otro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quiera una segunda conversación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Nada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esto lo tienen claro, el resto es fácil: todo lo que no ayude a conseguir esa segunda charla,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número uno, y el más caro: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la tecnología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"Hicimos una app con inteligencia artificial que..." — nadie se conecta con eso, ni siquiera la gente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tecnología entra en el tramo 3,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como medio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como protagonista.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pitch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 único que todo el mundo entiende sin contexto.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forma: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idea por tramo.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mete dos, se pierden las 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Números concretos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los tenga (4 de 5, 30%, una hora perdida). Un número vale por tres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Termine pidiendo algo.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pitch sin pedido deja al otro sin saber qué hacer.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tramos del pitch de 60 segundos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69758"/>
                <a:gridCol w="4279033"/>
                <a:gridCol w="1497661"/>
                <a:gridCol w="40650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Usuario +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y qué le duele?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Insight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observación lo cambia todo?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+ tipo de innovación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proponen y qué cambia?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debería creerles?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/ siguiente paso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necesitan de mí ahora?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tramo 4 es el que separa un proyecto de aula de una propuesta creíble: ahí entra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validación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vigilancia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1 · Usuario + dolor: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estudiantes de Ingeniería pierden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hasta 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buscando un laboratorio libre."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Empieza por la persona. Todavía no aparece ninguna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2 · Insight: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"Al observarlos notamos que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70% de los choques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concentra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franjas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día."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insight es la observación que uno no esperaba. Es lo que hace que el otro levante la cabeza.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3 · Propuesta + tipo: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"Proponemos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asignación automática desde el horario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trámite de reserva. Es una innovación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proceso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Quince segundos, y nombra el tipo. Eso muestra que sabe qué está haciendo.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4 ·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una prueba con 5 estudiantes,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de 5 completaron el flujo en menos de un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dijeron que lo usarían cada semana."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número real vence a cualquier adjetivo. Aquí es donde su validación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5 · Pedido: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"Buscamos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piloto de dos semanas con un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medirlo en condiciones reales."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Concreto, acotado y fácil de responder con un sí o un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Sesenta segundos exactos — y empecé por la persona, no por la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entidades sin decir qué les pediría.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entidad sin un pedido concreto no sirve. ¿Le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mentoría, piloto, capital o contactos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el pitch por la tecnología.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La tecnología va en el tramo 3, como medio.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Pitch de 3 minutos "porque hay mucho que contar".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60 s usted no cuenta todo: logra que quieran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segunda charla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Corte lo demás.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Entidades genéricas o inventadas.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necesita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 real y correcto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¿Existe esa entidad y hace lo que usted dice que hace?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Cerrar el curso sin saber qué falta.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Diga explícitamente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está listo y qué falta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Eso es madurez de proyecto, no debilidad.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Sobre cupos y financiaciones: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maneja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esas convocatorias y no puede prometer cupos ni recursos. Lo que sí se enseña aquí es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identificarlas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preguntar el encaje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un documento y escriba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tramos como títulos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debajo del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frase por tramo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sola. Si le salen dos, elija la que más se entienda sin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Léalo en voz alta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cronómetro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del celular sirve). Anote el tiempo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Casi todos pasan de 90 segundos en el primer intento. Es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Corte, no acelere.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Hablar más rápido no arregla un pitch largo: lo vuelve incomprensible.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Empiece cortando adjetivos y explicaciones técnicas del tramo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hasta quedar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 55 y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Ensaye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parejas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compañero cronometra y luego repite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entendió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repetir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el valor y el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problema es el pitch, no el oyente.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Si quiere una diapositiva de apoyo,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dolor y el número de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final: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memorice la estructura, no 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pitch recitado suena a discurso; uno estructurado suena a convicción.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Mapa de entidades + pitch de 60 s (23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(7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Completen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 de entidades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3 entidades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cada una.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Verifiquen el nombre en el sitio de la entidad antes de escribirlo. Un nombre mal escrito hunde la credibilidad del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(7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Escriban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guion del pitch de 60 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siguiendo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tramos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Pueden bocetarlo en Excalidraw.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(6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Ensayen en parejas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cronómetro. El que escucha repite qué entendió; el que habla ajusta.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(3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voluntarios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hacen su pitch en vivo y se les toma el tiempo.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quieren una diapositiva de apoyo: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opcional, una sola.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60 segundos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entienden las tres cosas —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valor y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hay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entidades con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Verificación en pareja: si su compañero no puede repetir el pedido después de escucharlo, el tramo 5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cronómetro no es para presionar: es para que descubran cuánto sobra. Casi siempre sobra el tramo 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entidades existen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escribí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verifiqué en su sitio).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entidad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tipo de encaje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mentoría, capital, networking, infraestructura o validación.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pedido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concreto y acotado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cuánto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empieza por 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por la app, la plataforma ni la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cinco tramos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uno, y ninguno se comió al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 el tramo 4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salido de mi validación o de mi vigilancia.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tramo 5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pide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otro puede responder con un sí o un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Lo cronometré y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60 segundos 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Sé decir, en una frase,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está listo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mi propuesta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falta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`S08_EcosistemaPitch_Apellido`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completo de su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de dónde vienen. Su propuesta ya no es una ocurrencia: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argumento con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Partieron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problema real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 un usuario con un dolor concreto.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convirtieron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un banco de ideas del que eligieron con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 pusieron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Manual de Oslo: un tipo dominante, justificado.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contra una alternativa, con una matriz y una conclusión escrita.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pusieron a prueba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Canvas, un MVP y una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criterio fijado de antemano.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contrastaron con el 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tablero de vigilancia, y ajustaron.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hoy lo conectaron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afuera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entidades reales y un pitch de 60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pieza de esa lista es un documento que ya existe.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Nada de esto hay que inventarlo ahora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que consolidarlo.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cierre y paquete consolidado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Una innovación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sobrevive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necesita un ecosistema que le dé lo que le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entidad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un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le sirve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pitch se gana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empezando por la 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por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de cierre: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consolidado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pida el corte,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`S08_EcosistemaPitch_Apellido`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Ficha del problema · Ficha Oslo · Matriz de tipos · Canvas y MVP con la validación · Tablero de vigilancia · Mapa de entidades · Guion del pitch.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Revisen en CDigital las rúbricas y los espacios de entrega (EV) del corte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subir: ahí está el formato exacto que se espera.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 último consejo para después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escriban uno de esos correos de cinco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propuesta ya está lista para que alguien de afuera la lea.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cierre y paquete consolidado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Cualquier duda administrativa, por el canal del curso.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Gracias por el trabajo de todo el ciclo.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Innovación local–internacional · entidades de apoyo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