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Formulario de Google · encuestas y Q&amp;A en el propio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Escanea el QR o abre: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[URL Formulario Preséntate — pendiente · CREATIVIDAD Y PENSAMIENTO INNOVADOR]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respondes (1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+ expectativa del curso +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tema/problema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interés. Entras con tu correo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@cun.edu.co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no hay que crear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Ahora, ~3 min.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Somos 50: no alcanzamos a presentarnos uno por uno, así que el formulario nos ordena.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eso, hoy: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Docente lee en voz alta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 o 6 respuestas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proyecta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formulario — ahí quedan todas a la vista, no solo las leídas.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vivo: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preguntas y las votaciones van por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encuesta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propio Meet; no hay que abrir ninguna otra plataforma.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respuestas quedan en una hoja que el Docente usa todo el periodo (equipos, ejemplos y seguimiento).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9815" y="2926079"/>
            <a:ext cx="28346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C2340"/>
                </a:solidFill>
                <a:latin typeface="Calibri"/>
              </a:rPr>
              <a:t>QR pendiente</a:t>
            </a:r>
          </a:p>
          <a:p>
            <a:pPr algn="ctr">
              <a:spcBef>
                <a:spcPts val="1000"/>
              </a:spcBef>
            </a:pPr>
            <a:r>
              <a:rPr sz="1200" b="0" i="0">
                <a:solidFill>
                  <a:srgbClr val="2B2B2B"/>
                </a:solidFill>
                <a:latin typeface="Calibri"/>
              </a:rPr>
              <a:t>Se genera cuando el formulario tenga enlace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Formulario Preséntate — pendiente · CREATIVIDAD Y PENSAMIENTO INNOVADOR]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Preséntate: el formulario del curso (2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el grupo hay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50 matriculados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 muro con 50 notas no se lee en una hora de clase: nadie alcanza a ser visto.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nos presentamos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formulario de Google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el Docente pega en el chat del Meet y queda en el LEEME de `Clases/`.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Enlace: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[URL Formulario «Preséntate» — pendiente]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entra con su correo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@cun.edu.co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sin registrarse en nada nuevo, sin instalar nada y sin costo.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responde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(2–3 minutos, una sola vez): nombre, expectativa del curso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tema o 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le interesa mirar.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los primeros minutos del encuentro. Después el Docente proyecta el resumen y lee cinco o seis respuestas en voz alta, sin juzgar ninguna.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participa con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encuestas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propio Meet: no se abre otra plataforma.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llegó tarde o se le cayó el internet, el formulario sigue abierto hasta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Esas respuestas no se pierden: con ellas el Docente escoge los ejemplos del curso y junta a quienes traen problemas parecidos.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juntos, el resto por su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créditos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32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acompañamiento y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64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autónomo.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Traducción honesta: lo que decide su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pasa en la hora de clase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pasa entre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encuentro sincrónico 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alcanza para dictar todo y además hacer el taller.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trabajamos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aula invertida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usted llega leído y la hora se usa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para leerle diapositivas.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leer el material de la unidad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ejemplo modelado por el Docente + taller sobre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propia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preguntas.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terminar el avance de la semana y guardarlo para el paquete del 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Traiga siempre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documento de trabajo abierto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sobre lo que ya está escrito, no sobre lo que recuerda.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cada sesión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alimenta el mismo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Aquí ningún taller es una isla.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7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3710"/>
                <a:gridCol w="5134840"/>
                <a:gridCol w="44929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Tema del encuentro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sale de esa 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Encuadre: el curso, el Docente, ustedes y cómo se evalúa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Reglas claras + encargo de lectura autónoma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Creatividad e innovación en I+D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técnicas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reto bien planteado y un banco de ideas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Gestión de la innovación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/ OCDE)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clasificada y justificada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Tipos de innovación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Cuadro comparativo aplicado a su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Validación de la propuesta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vigilancia tecnológica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(sesión doble)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FODA, Canvas, MVP + tablero de señales con una decisión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Innovación local–internacional · entidades de apoyo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Mapa de entidades + guion del pitch de 60 segundos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Taller de consolidación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sustentación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defendida, ajustada y cerrada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unidades del Syllabus en siete encuentros: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U1–U2 se leen de forma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las retomamos al abrir la Sesión 02. Todo lo que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califica se dicta hasta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Sesión 06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la 07 es taller de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la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escrita, construida por partes desde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ensayo *sobre* innovación: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propuesta, sobre un problema real, con un usuario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final responde,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 → usuario → propuesta de valor → tipo de innovación → validación → vigilancia → siguiente paso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Extensión orientativa: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8–12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más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una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cuando el curso termine: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base de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idea de emprendimiento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 proyecto de mejora dentro de la empresa donde trabaja.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material real para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entrevista de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muestra criterio, no solo herramientas.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la semilla de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una postulación a una convocatoria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 terminar solo tiene un archivo para la nota, desperdició el semestre.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cada corte: lo que está en el libro de calificaciones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492985"/>
                <a:gridCol w="54099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trabajado hasta ahí: problema–oportunidad real y observable, bloqueadores y ensanchadores, técnicas de ideación. Guías escritas: `Quiz 1 (6%)` y `Parcial 1 (24%)` en `Recursos/ACAs/`.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Tipificar la propuesta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 y validarla: cuadro comparativo,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aplicados a su propia propuesta.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consolidada: problema → propuesta → validación → vigilancia → entidades de apoyo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pitch de 1 página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(8–12 págs.).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peso de cada ítem está en la slide «CÓMO SE EVALÚA» de esta misma sesión, con el tipo de actividad. Enunciados y checklists: `Clases/Recursos/ACAs/`; fechas exactas, en la Presentación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separa un entregable fuerte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0484"/>
                <a:gridCol w="4492985"/>
                <a:gridCol w="47680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“la sociedad”, “las empresas”, “los usuarios”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persona concreta, en un contexto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deduce de la solución que ya había elegido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describe con un síntoma que se puede observar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“todo el mundo sabe 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dato, una observación o una frase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Copiadas de un blog sin autor ni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Citadas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verificables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Escrito la noche anterior, de una sola pieza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nota el hilo de varias sesiones encima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formato, sin títulos, sin numerar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ordenado y legible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Docente no evalúa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cuánto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escribió: evalúa si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entiende, se sostiene y avanzó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respecto al corte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(`Clases/Recursos/`): ábrala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trabaje ahí. No necesita Office instalado.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el enunciado del corte en `Clases/Recursos/ACAs/` y marque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checklist de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dar por cerrado el texto.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salvo que el enunciado pida otro formato.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Nombre el archivo así: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CRE_ACAFinal_Apellido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(con su apellido).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Suba el archivo al espacio de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 en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al foro y no al chat del encuentro.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Verifique que quedó cargado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ábralo desde la plataforma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archivo vacío o corrupto cuenta como no entregado.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son cuestionarios que se resuelven en el aula dentro de su ventana. Si la ventana se cierra, no hay archivo que lo reemplace.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Entrega oficial = CDigital.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se reciben trabajos por correo, por WhatsApp ni por mensaje privado.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¿Se le complicó la fecha? Se habla con el Docente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cierre del espacio, nunca después. Cerrado el espacio, la nota es la que hay.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 que no esté en CDigital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está entregado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por más que exista en su computador.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Todo lo que no sea suyo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cita en 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texto, datos, imágenes, código y también las ideas que resumió con sus palabras. Citar no le resta mérito: demuestra que leyó.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Cuenta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copiar y pegar sin comillas ni fuente, parafrasear sin citar, traducir un texto ajeno y presentarlo como propio, o entregar un trabajo comprado o hecho por otra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aparece plagio, el caso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se arregla entre usted y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sigue el conducto que fija el Reglamento Estudiantil de la CUN. Por eso conviene preguntar antes, no explicar después.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usa, se declara y se verifica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generativa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está prohibida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este curso: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regulada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una herramienta más, como el buscador.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Declárela.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 del documento, una nota corta: qué herramienta usó, para qué y qué hizo usted con la salida.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Declararlo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baja la nota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Ocultarlo sí es una falta de integridad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toda cita que le entregue la IA.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error número uno son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 inventadas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autor y año que suenan bien y no existen.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logró abrir el documento original en Scholar, SciELO o Redalyc, esa fuente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entregable.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puede hacer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este curso evalúa: observar a un usuario real, elegir un problema y defender un criterio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texto impecable sobre un problema que usted nunca miró se cae en la primera pregunta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Usted firma el entregable: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responde por cada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haya escrito usted o una herramienta.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Buen uso: pedirle que le discuta el problema o le ordene ideas. Mal uso: pedirle el entregable y copiarlo sin leer.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4859759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Cuenta / acceso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Material, anuncios, foro,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quices y parciales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entrega de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Login institucional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 / Slides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la propuesta y armar el pitch (plantilla APA CUN)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CUN o Gmail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(excalidraw.com)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Bocetos, mapas y diagramas: feos pero claros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Canvanizer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Business Model Canvas de su propuesta (Corte 2)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Gratis en el navegador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Scholar · SciELO · Redalyc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fuentes serias, antecedentes y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Armar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 free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(opcional)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diapositiva de pitch presentable, si la quiere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gratuita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nada de pagar ni de instalar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una herramienta le pide tarjeta, no es la que estamos pidiendo.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recibir respuesta pronto)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para dudas. Es el canal más rápido y el que menos se 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del curso en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grupo (formato, entrega, alcance de un corte, temario de un quiz).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se pregunta en el foro queda respondido para los demás; por eso se responde primero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institucional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lo personal (una situación particular, una nota, una dificultad).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Asunto sugerido: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EI004 – su nombre – el tema en cuatro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Sin asunto claro, la respuesta tarda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hábiles, normalmente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24 y 48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atención de madrugada ni domingo.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Formule la duda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intentó, qué parte no le cuadra y qué necesita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“No entendí nada” no se puede responder. “No sé si mi usuario es el estudiante o el laboratorista” sí.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Escribir la víspera de la entrega es válido, pero a esa hora ya no queda tiempo de arreglar mucho.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Puntualidad: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empezamos a la hora en punto y dura una hora. Quien llega tarde entra sin interrumpir.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 sala: si no sé quién es, no puedo registrar su participación ni llamarlo por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silencio por defecto y abierto para participar.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bienvenida, no obligatoria.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abrir cámara ni micrófono, participe por el chat. Lo que no funciona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estar conectado y ausente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Participar es parte del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se piensa en voz alta y se muestran borradores a medio hacer.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idea se ridiculiza. Las ideas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critican con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las personas no se las critica.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Respeto en el foro: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responde a la idea, no a quien la escribió, y no se publican datos ni capturas de terceros.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encuentro se graba, se avisa al inicio y la grabación queda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carpeta de grabaciones en Drive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enlace está en el LEEME de `Clases/` y en el correo de bienvenida).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U1–U2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— *Propuesta de Innovación* y *creatividad e inteligencia emocional*.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Las retomamos en los primeros minutos de la Sesión 02: se repasan, no se dictan completas.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ya viene en tu carpeta del curso, en `Sesion 01 - …/` (el PDF `Lectura autonoma - Design Thinking en la universidad (REDIE 2020).pdf` y el archivo `Lectura autonoma - Sesion 01.txt` con la cita, el enlace y qué traer).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Léalas con una pregunta en la mano: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¿qué de esto me sirve para el problema que voy a elegir?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`Clases/Recursos/ACAs/` — `Quiz 1 (6%)` y `Parcial 1 (24%)` — y léalas enteras, checklist incluido: eso es exactamente lo que se pregunta.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Traiga 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(con tres líneas basta): un problema real que le moleste,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 quién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le pasa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dónde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vio.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No traiga una solución: traiga un problema. La solución es el trabajo del resto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Cree su documento de trabajo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Google Docs con la plantilla APA CUN y déjelo listo para escribir encima.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Use la ficha del curso: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`Sesion 01 - …/` están `Ficha_problema_oportunidad.docx` (la plantilla que se llena) y `Ejemplo_ficha_modelo.html` (un ejemplo ya diligenciado, ábralo en el navegador). Esa ficha es el insumo del primer corte y el primer pedazo de su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*Creatividad e innovación en I+D · Design Thinking y técnicas* — se trabaja sobre lo que usted traiga.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un problema propio, la Sesión 02 se le vuelve teoría. Con un problema propio, sale de ella con su reto ya planteado.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¿Esta materia se pierde fácil?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trabaja al día. Se pierde por dejar pasar la ventana de un quiz o de un parcial y por armar la ACA Final la última noche: el corte 3 es el que más pesa (vea «CÓMO SE EVALÚA»).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¿Puedo trabajar solo o en grupo?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trabajar en dúo si comparten el mismo problema, pero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uno entrega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documento en CDigital.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¿Sirve un trabajo de otro semestre?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partir de un proyecto suyo si lo declara y lo lleva más lejos. Volver a entregar lo mismo es autoplagio.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¿Necesito saber programar o diseñar?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Aquí se evalúa criterio, no herramientas.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(Propuesta de Innovación · creatividad e inteligencia emocional)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