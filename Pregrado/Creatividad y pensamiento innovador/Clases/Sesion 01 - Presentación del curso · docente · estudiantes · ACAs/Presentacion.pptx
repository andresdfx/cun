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Problema–oportunidad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Propuesta de Innovación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las ACAs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negocios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 de su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de señales, fuentes e implicaciones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ACAs: qué se entrega en cada corte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5403"/>
                <a:gridCol w="5501614"/>
                <a:gridCol w="403451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evalúa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Ficha problema–oportunidad + mapa de bloqueadores y ensanchadores + síntesis de ideación (3–6 págs.).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real, observable y de alguien concreto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tipificada + cuadro comparativo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sustentación breve (6–10 págs.).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propuesta esté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clasificada y validada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no solo descrita.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 + vigilancia tecnológica +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hilo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del problema al siguiente paso, sin saltos.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rúbrica y fechas de cada ACA: `Clases/Recursos/ACAs/` y el espacio de entrega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enunciado del ACA en `Clases/Recursos/ACAs/` y marque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CRE_ACA1_Apellido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(cambie el número del ACA y su apellido).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 entrega del corte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entrega oficial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las ACAs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ACA).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quien no pudo conectarse.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material está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léalo entero, checklist incluido.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entrega. Se pierde por no entregar y por dejarlo todo para el Corte 3, que pesa el 40%.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30952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4068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