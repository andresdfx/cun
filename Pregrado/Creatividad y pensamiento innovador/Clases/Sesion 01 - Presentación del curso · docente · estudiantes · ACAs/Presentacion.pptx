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de la propuesta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Canvas, MVP + tablero de señales con una 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guion del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Taller de consolidación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defendida, ajustada y cerrada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06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07 es taller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instrumento: lo que está en el libro de calificaciones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Quiz 1 y Parcial 1 no evalúan lo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pesos: slide «CÓMO SE EVALÚA» · fechas: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42177"/>
                <a:gridCol w="3576049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·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estudia para eso (y qué no)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(6%)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Solo el material de la Sesión 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la lectura autónoma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U1–U2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del Syllabus —la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el orden de sus partes, el problema–oportunidad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real y observable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 un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usuario concreto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la inteligencia emocional y su incidencia en la innovación y la creatividad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(U2, en palabras del Syllabus)—.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lectura obligatoria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lo que reporta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(qué estudió y qué encontró):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archivo está en alcance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Design Thinking 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Guía: `Quiz 1 (6%)`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(24%)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del Quiz 1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más la 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 como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sus fases,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técnicas de ideación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del Syllabus (árbol de problemas, seis sombreros, SCAMPER, océano azul)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divergencia/convergencia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Aquí sí se pregunta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y entra todo lo dictado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antes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que cierre la ventana. Guía: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carpeta de grabaciones en Drive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enlace está en el LEEME de `Clases/` y en el correo de bienvenida).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