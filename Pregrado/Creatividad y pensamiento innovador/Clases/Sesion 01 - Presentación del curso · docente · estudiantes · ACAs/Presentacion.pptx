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Sesión de encuadre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Hoy: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curso · el Docente · ustedes · cómo se evalúa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AGENDA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Sesión de encuadre — hoy no vemos tema; el contenido arranca en la Sesión 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1091153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curso: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qué se trata, cómo trabajamos y qué se llevan al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quién los acompaña y cómo contactarlo.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Ustedes: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nos presentamos en el tablero colaborativo.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Cómo se evalúa: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ítems tiene el aula, cuánto pesa cada uno y qué se hace con él.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y el primer encargo autónomo.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Preséntate: quién eres y qué esperas del curso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En un post-it escribe: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expectativa del curso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 interés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EVALÚA — LOS ÍTEMS DEL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Evaluación y notas: solo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los pesos suman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100%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fechas: enunciados y Presentación del Curso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3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3871"/>
                <a:gridCol w="1192016"/>
                <a:gridCol w="1192016"/>
                <a:gridCol w="825242"/>
                <a:gridCol w="5868388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en CDigital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 (peso)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haces con él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32,8%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Subes el documento (plantilla APA CUN) al espacio de la tarea.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resuelves en CDigital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diligencias tú mismo en el aula (cuestionario individual).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Participas en el foro valorando el trabajo de tus pares.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trabajamos: una hora juntos, el resto por su 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curso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créditos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32 horas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acompañamiento y unas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64 horas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trabajo autónomo.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Traducción honesta: lo que decide su nota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pasa en la hora de clase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pasa entre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encuentro sincrónico es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alcanza para dictar todo y además hacer el taller.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Por eso trabajamos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aula invertida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usted llega leído y la hora se usa para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aplicar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para leerle diapositivas.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 del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leer el material de la unidad publicado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Durante 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ejemplo modelado por el Docente + taller sobre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propia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+ preguntas.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Después del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terminar el avance de la semana y guardarlo para el paquete del corte.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Traiga siempre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documento de trabajo abierto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trabaja sobre lo que ya está escrito, no sobre lo que recuerda.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curso: cada sesión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alimenta el mismo documento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Aquí ningún taller es una isla.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Mapa del curso: las 7 sesiones de un vistazo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83710"/>
                <a:gridCol w="5134840"/>
                <a:gridCol w="44929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Tema del encuentro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sale de esa sesión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(hoy)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Encuadre: el curso, el Docente, ustedes y cómo se evalúa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Reglas claras + encargo de lectura autónoma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Creatividad e innovación en I+D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Design Thinking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técnicas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 reto bien planteado y un banco de ideas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Gestión de la innovación (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Manual de Oslo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/ OCDE)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 propuesta clasificada y justificada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Tipos de innovación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Cuadro comparativo aplicado a su caso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Validación de la propuesta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vigilancia tecnológica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(sesión doble)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FODA, Canvas, MVP + tablero de señales con una decisión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Innovación local–internacional · entidades de apoyo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Mapa de entidades + guion del pitch de 60 segundos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07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Taller de consolidación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sustentación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de la propuesta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Su propuesta defendida, ajustada y cerrada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Ocho unidades del Syllabus en siete encuentros: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U1–U2 se leen de forma autónoma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y las retomamos al abrir la Sesión 02. Todo lo que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ACA Final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califica se dicta hasta la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Sesión 06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; la 07 es taller de cierre.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se llevan al final: la Propuesta de Innovación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Este curso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producto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escrita, construida por partes desde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No es un ensayo *sobre* innovación: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propuesta, sobre un problema real, con un usuario concreto.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documento final responde, en este orden: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problema → usuario → propuesta de valor → tipo de innovación → validación → vigilancia → siguiente paso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Extensión orientativa: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8–12 páginas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más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pitch de una página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Para qué le sirve cuando el curso termine: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la base de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idea de emprendimiento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de un proyecto de mejora dentro de la empresa donde trabaja.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 material real para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entrevista de trabajo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muestra criterio, no solo herramientas.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Puede ser la semilla de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opción de grado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de una postulación a una convocatoria de apoyo.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 terminar solo tiene un archivo para la nota, desperdició el semestre.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evalúa cada corte: lo que está en el libro de calificaciones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8629"/>
                <a:gridCol w="4492985"/>
                <a:gridCol w="54099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hay en el aula (CDigital)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se prepara para 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cuestionarios que se resuelven en el aula, dentro de su ventana. No se sube archivo.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 trabajado hasta ahí: problema–oportunidad real y observable, bloqueadores y ensanchadores, técnicas de ideación. Guías escritas: `Quiz 1 (6%)` y `Parcial 1 (24%)` en `Recursos/ACAs/`.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también cuestionarios en el aula.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Tipificar la propuesta (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Manual de Oslo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) y validarla: cuadro comparativo,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FODA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Canvas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MVP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aplicados a su propia propuesta. Guías: `Quiz 2 (9%)` y `Parcial 2 (21%)`.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Corte 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(cuestionario) +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(tarea: el único documento que se sube) +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(cuestionario) y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(foro).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Propuesta de Innovación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consolidada: problema → propuesta → validación → vigilancia → entidades de apoyo +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pitch de 1 página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(8–12 págs.). Guías: `Quiz 3 (4%)` y `ACA Final (32,8%)`.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peso de cada ítem está en la slide «CÓMO SE EVALÚA» de esta misma sesión, con el tipo de actividad. Enunciados y checklists: `Clases/Recursos/ACAs/`; fechas exactas, en la Presentación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separa un entregable fuerte de uno flojo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0484"/>
                <a:gridCol w="4492985"/>
                <a:gridCol w="476806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 flojo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Entregable fuerte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Usuario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“la sociedad”, “las empresas”, “los usuarios”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persona concreta, en un contexto concreto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deduce de la solución que ya había elegido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describe con un síntoma que se puede observar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Evidencia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“todo el mundo sabe que…”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dato, una observación o una frase del usuario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Copiadas de un blog sin autor ni fecha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Citadas en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APA 7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y verificables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Avance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Escrito la noche anterior, de una sola pieza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nota el hilo de varias sesiones encima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Presentación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formato, sin títulos, sin numerar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Plantilla APA CUN, ordenado y legible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Docente no evalúa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cuánto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escribió: evalúa si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se entiende, se sostiene y avanzó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respecto al corte anterior.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entrega: paso a paso en CDigital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(`Clases/Recursos/`): ábrala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trabaje ahí. No necesita Office instalado.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el enunciado del corte en `Clases/Recursos/ACAs/` y marque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checklist de 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antes de dar por cerrado el texto.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Exporte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PDF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salvo que el enunciado pida otro formato.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Nombre el archivo así: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CRE_ACAFinal_Apellido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(con su apellido).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Suba el archivo al espacio de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ACA Final en 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al foro y no al chat del encuentro.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Verifique que quedó cargado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ábralo desde la plataforma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un archivo vacío o corrupto cuenta como no entregado.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Los quices y parciales no se suben: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son cuestionarios que se resuelven en el aula dentro de su ventana. Si la ventana se cierra, no hay archivo que lo reemplace.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Entrega oficial = CDigital.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se reciben trabajos por correo, por WhatsApp ni por mensaje privado.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¿Se le complicó la fecha? Se habla con el Docente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del cierre del espacio, nunca después. Cerrado el espacio, la nota es la que hay.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 que no esté en CDigital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está entregado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por más que exista en su computador.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Integridad académica: la línea que no se cruza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lo que no sea suyo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 cita en 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texto, datos, imágenes, código y también las ideas que resumió con sus palabras. Citar no le resta mérito: demuestra que leyó.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1225296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Cuenta como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plagio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copiar y pegar sin comillas ni fuente, parafrasear sin citar, traducir un texto ajeno y presentarlo como propio, o entregar un trabajo comprado o hecho por otra persona.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aparece plagio, el caso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se arregla entre usted y el Docente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sigue el conducto que fija el Reglamento Estudiantil de la CUN. Por eso conviene preguntar antes, no explicar después.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IA generativa: se usa, se declara y se verifica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IA generativa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está prohibida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este curso: está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regulada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una herramienta más, como el buscador.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Declárela.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final del documento, una nota corta: qué herramienta usó, para qué y qué hizo usted con la salida.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Declararlo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baja la nota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Ocultarlo sí es una falta de integridad académica.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Verifique toda cita que le entregue la IA.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error número uno son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 inventadas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autor y año que suenan bien y no existen.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logró abrir el documento original en Scholar, SciELO o Redalyc, esa fuente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entra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su entregable.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IA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puede hacer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este curso evalúa: observar a un usuario real, elegir un problema y defender un criterio propio.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texto impecable sobre un problema que usted nunca miró se cae en la primera pregunta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Usted firma el entregable: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responde por cada frase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la haya escrito usted o una herramienta.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Buen uso: pedirle que le discuta el problema o le ordene ideas. Mal uso: pedirle el entregable y copiarlo sin leer.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Herramientas del curso: gratis y desde el navegador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2500"/>
                <a:gridCol w="4859759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Para qué la usamos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Cuenta / acceso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CDigital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Material, anuncios, foro,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quices y parciales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y entrega de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Login institucional CUN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Docs / Slides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Escribir la propuesta y armar el pitch (plantilla APA CUN)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Cuenta CUN o Gmail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Excalidraw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(excalidraw.com)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Bocetos, mapas y diagramas: feos pero claros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cuenta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Canvanizer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Business Model Canvas de su propuesta (Corte 2)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Gratis en el navegador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Scholar · SciELO · Redalyc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Buscar fuentes serias, antecedentes y referentes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cuenta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ZoteroBib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(zbib.org)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Armar las referencias en APA 7 sin instalar nada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Sin cuenta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Canva free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(opcional)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diapositiva de pitch presentable, si la quiere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Cuenta gratuita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Regla del curso: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nada de pagar ni de instalar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una herramienta le pide tarjeta, no es la que estamos pidiendo.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pedir ayuda (y recibir respuesta pronto)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el encuentro: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los últimos minutos son para dudas. Es el canal más rápido y el que menos se usa.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Foro del curso en CDigital: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dudas que le sirven a todo el grupo (formato, entrega, alcance de un corte, temario de un quiz).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Lo que se pregunta en el foro queda respondido para los demás; por eso se responde primero ahí.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Correo institucional del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lo personal (una situación particular, una nota, una dificultad).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Asunto sugerido: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EI004 – su nombre – el tema en cuatro palabras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Sin asunto claro, la respuesta tarda más.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 de respuesta: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días hábiles, normalmente entre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24 y 48 horas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No hay atención de madrugada ni domingo.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Formule la duda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concreta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intentó, qué parte no le cuadra y qué necesita decidir.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“No entendí nada” no se puede responder. “No sé si mi usuario es el estudiante o el laboratorista” sí.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Escribir la víspera de la entrega es válido, pero a esa hora ya no queda tiempo de arreglar mucho.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convivencia del encuentro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Puntualidad: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empezamos a la hora en punto y dura una hora. Quien llega tarde entra sin interrumpir.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la sala: si no sé quién es, no puedo registrar su participación ni llamarlo por su nombre.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Micrófono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silencio por defecto y abierto para participar.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Cámara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bienvenida, no obligatoria.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puede abrir cámara ni micrófono, participe por el chat. Lo que no funciona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estar conectado y ausente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Participar es parte del método: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aquí se piensa en voz alta y se muestran borradores a medio hacer.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Ninguna idea se ridiculiza. Las ideas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critican con criterio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a las personas no se las critica.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Respeto en el foro: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 responde a la idea, no a quien la escribió, y no se publican datos ni capturas de terceros.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el encuentro se graba, se avisa al inicio y la grabación queda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quien no pudo conectarse.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Sesión 02: lectura autónoma y qué traer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Lectura autónoma (obligatoria):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unidades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U1–U2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Syllabus — *Propuesta de Innovación* y *creatividad e inteligencia emocional*.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●   Las retomamos en los primeros minutos de la Sesión 02: se repasan, no se dictan completas.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Dónde está: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ya viene en tu carpeta del curso, en `Sesion 01 - …/` (el PDF `Lectura autonoma - Design Thinking en la universidad (REDIE 2020).pdf` y el archivo `Lectura autonoma - Sesion 01.txt` con la cita, el enlace y qué traer). También queda publicada en CDigital.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●   Léalas con una pregunta en la mano: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¿qué de esto me sirve para el problema que voy a elegir?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Abra las dos guías del primer corte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`Clases/Recursos/ACAs/` — `Quiz 1 (6%)` y `Parcial 1 (24%)` — y léalas enteras, checklist incluido: eso es exactamente lo que se pregunta.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Traiga 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(con tres líneas basta): un problema real que le moleste,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 quién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le pasa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dónde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vio.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●   No traiga una solución: traiga un problema. La solución es el trabajo del resto del curso.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Cree su documento de trabajo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Google Docs con la plantilla APA CUN y déjelo listo para escribir encima.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Use la ficha del curso: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`Sesion 01 - …/` están `Ficha_problema_oportunidad.docx` (la plantilla que se llena) y `Ejemplo_ficha_modelo.html` (un ejemplo ya diligenciado, ábralo en el navegador). Esa ficha es el insumo del primer corte y el primer pedazo de su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Sesión 02: lectura autónoma y qué traer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*Creatividad e innovación en I+D · Design Thinking y técnicas* — se trabaja sobre lo que usted traiga.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Sin un problema propio, la Sesión 02 se le vuelve teoría. Con un problema propio, sale de ella con su reto ya planteado.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del primer día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¿Esta materia se pierde fácil?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No, si trabaja al día. Se pierde por dejar pasar la ventana de un quiz o de un parcial y por armar la ACA Final la última noche: el corte 3 es el que más pesa (vea «CÓMO SE EVALÚA»).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¿Puedo trabajar solo o en grupo?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trabajar en dúo si comparten el mismo problema, pero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cada uno entrega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su documento en CDigital.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¿Sirve un trabajo de otro semestre?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Puede partir de un proyecto suyo si lo declara y lo lleva más lejos. Volver a entregar lo mismo es autoplagio.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Preguntas del primer día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¿Necesito saber programar o diseñar?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Aquí se evalúa criterio, no herramientas.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Entrega oficial: CDigital.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Lo que no esté ahí, no está entregado.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Traer el avance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escrito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 cada encuentro: se trabaja sobre lo que ya existe.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Integridad académica: citar siempre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plagio tiene debido proceso.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Lectura autónoma: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U1–U2 (Propuesta de Innovación · creatividad e inteligencia emocional) — la retomamos al abrir la Sesión 02.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Revisar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completa (fechas, evaluación, contenido de todas las sesiones).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Abrir los enunciados de `Clases/Recursos/ACAs/`: son la guía escrita de lo que evalúa cada corte.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Ya sabemos qué haremos, cómo se evalúa y quién es quién.</a:t>
            </a:r>
          </a:p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2B2B2B"/>
                </a:solidFill>
                <a:latin typeface="Calibri"/>
              </a:rPr>
              <a:t>Sesión 02: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arranca el contenido del curso.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