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VIGILANCIA TECNOLÓGICA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Vigilancia tecnológica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 MVP no vive en una burbuja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probaron su MVP con usuarios. Hoy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levantamos la vista del prototipo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miramos el entorno.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cosas que pasan cuando nadie mira afuera: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reinventa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algo que ya existe, gratis y documentado, y se pierden semanas del semestre.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nota que una tecnología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acaba de volverse viable o barata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y la propuesta nace desactualizada.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norma o una política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final, cuando ya no hay tiempo de ajustar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concreto: un equipo diseña su sistema de turnos por completo y en la semana 12 descubre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laboratorio exige autorización escrita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cualquier piloto.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Esa información estaba publicada desde el principio. Nadie fue a buscarla.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tablero de mínimo 3 señales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—lo más importante—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tomada a partir de ellas.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la vigilancia tecnológica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Vigilancia 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proceso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sistemático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capturar, filtrar, analizar y usar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información sobre tecnologías, competidores, normas y tendencias, con un fin concreto: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mejor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palabra que carga todo el peso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sistemático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leer el artículo que apareció en el celular.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 repetible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fuentes definidas y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vigilancia: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"me informé". Buscar en internet un rato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curiosidad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vigilancia.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acumular enlaces en un documento. Eso es un archivo, no un tablero.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leer solo lo que confirma lo que ya pensaba.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prueba de fuego, en una sola pregunta: ¿cambió alguna decisión de su propuesta?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después de mirar el entorno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ajustó ni confirmó nada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vigiló: leyó.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ciclo mínimo: Observar → Analizar → Comunicar →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Observar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buscar en fuentes definidas de antemano, no en lo que aparezca.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Decida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dónde va a mirar: académico, patentes, mercado, normativa. Si no, terminará donde lo lleve el algoritmo.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Analizar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separar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que dice la fuente)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que significa para usted).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Casi todo el mundo se queda en el hallazgo. El valor está en la implicación.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Comunicar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dejarlo escrito de forma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otro lo entienda sin explicación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tablero solo lo entiende usted, no comunicó: tomó apuntes.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Usar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convertirlo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ajuste concreto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de alcance, de usuario, de tecnología o de riesgo.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Este paso es el que casi siempre falta, y es el único que justifica los tres anteriores.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cuatro pasos caben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señal. La disciplina no es el tiempo: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saltarse el 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Informarse vs. vigilar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26851"/>
                <a:gridCol w="3839243"/>
                <a:gridCol w="4445440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Informarse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Vigilar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Cuándo ocurre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Cuando algo aparece por casualidad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un momento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planeado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con fuentes definidas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se busca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que resulte interesante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Respuesta a 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concreta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queda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enlace guardado o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 fuente, fecha e implicación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Cómo se sabe que sirvió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 "se enteró"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Cambió o confirmó una decisión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Aleatoria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Repetible: se puede volver a hacer igual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 en 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Ninguno visible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Ajuste de alcance, usuario, tecnología o 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diferencia no está en cuánto se lee. Está en si al final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hay una decisión escrita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frentes de señal y dónde buscarlos (todo gratis, en el navegador)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5565"/>
                <a:gridCol w="5776695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señal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Fuentes gratis / web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Tecnología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Patents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(patents.google.com) · repositorios de GitHub · documentación oficial de estándares (IEEE)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volvió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posible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barato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Mercado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Reportes públicos · listas de precios · notas de adopción · portales de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datos abiertos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¿Quién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ya paga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esto y cuánto?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Normativa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Leyes y resoluciones · políticas institucionales · sitios de entidades públicas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me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limita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me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habilita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Hábitos y demografía · quejas públicas en redes y prensa · foros de usuarios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cambió en el usuario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error más común es mirar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solo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frente tecnológico. Las propuestas de estudiantes suelen morir por el frente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normativo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que nadie revisó.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Scholar: cómo buscar sin ahogarse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 da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 del arte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se ha estudiado y qué se encontró.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1 · Busque el PROBLEMA, no su solución.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"app de reservas CUN" — no existe literatura de su app.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"gestión de turnos laboratorio universitario" — ahí sí hay estudios.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2 · Pruebe en inglés.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volumen de resultados se multiplica.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"laboratory scheduling system", "resource booking higher education".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3 · Use comillas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frases exactas: `"laboratory scheduling"` evita resultados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4 · Filtre por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panel izquierdo ("Desde 2020"). Una señal tecnológica de hace 15 años ya no es señal.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Scholar: cómo buscar sin ahogarse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5 · Mire "Citado por"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un artículo tiene muchas citas, es una referencia central del tema.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desde ahí puede saltar a trabajos más recientes que lo citan.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Copie siempre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+ autor +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esos tres datos, lo que encontró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Patents: encontrar algo parecido es una buena noticia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Patents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(patents.google.com) muestra soluciones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ya documentadas o protegidas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muchísimas más de las que uno imagina.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reacción típica del estudiante al encontrar algo parecido: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"mi idea murió"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exactamente al revés.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Ahora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sabe contra qué compite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y eso antes no lo sabía.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queda obligado a responder la pregunta que sí importa: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¿en qué se diferencia la mía?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usa en 5 minutos: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las palabras del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con el nombre de su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Filtre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fecha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ver qué es reciente y qué es viejo.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 el resumen (abstract)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las figuras. No hace falta leer las reivindicaciones completas.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Revise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"Similar documents"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 de la ficha: ahí aparece el vecindario completo de su idea.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Google Patents: encontrar algo parecido es una buena noticia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escribe en su ficha no es "existe algo parecido", sino: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"existe X; mi diferencia está en Y"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en clase alguna búsqueda profunda muestra un aviso de "tráfico inusual", se continúa en el navegador normal — no se instala nada.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señal: cinco campos, ni uno más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señal se registra en una ficha mínima —en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para que sirva a la decisión y no al archivo.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Título de la señal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una frase suya que diga qué encontró, no el título del documento original.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Fuente + fecha + enlace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los tres.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fecha ni autor, no vale.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fuente sin fecha puede estar describiendo un mundo que ya no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Hallazgo en 2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resumen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sus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Copiar el abstract entero no es resumir.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Implicación para MI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campo que decide si la ficha sirve. Tres salidas posibles: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sigo igual, y ahora con respaldo para sustentarlo.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Obliga a pivotar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cambio alcance, usuario o tecnología.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 un 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cambio hoy, pero lo anoto y lo vigilo.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señal: cinco campos, ni uno más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Nivel de confianza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(fuente oficial o revisada por pares)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(reporte o nota técnica seria)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(blog, foro, testimonio suelto).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Confianza baja no invalida la señal: solo indica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todavía no puede decidir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dos fichas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5565"/>
                <a:gridCol w="4492985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1 (académica)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2 (patente)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sistemas de turnos reducen el tiempo muerto de laboratorio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Ya existe reserva de espacios por código QR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Fuente +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sobre gestión de turnos en laboratorios universitarios, Google Scholar, 2021 (autor y enlace copiados)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Patente de sistema de reserva por QR, Google Patents, 2019 (número y enlace copiados)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Hallazgo (2 líneas)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mayor pérdida no está en reservar, sino en los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choques de horario entre cursos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por QR ya está documentado como solución de reserva de espacios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Implicación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el problema, pero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desplaza el foco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atacar los choques, no el trámite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 a pivotar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mi diferencia debe estar en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asignación automática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no en el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Confianza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publicación académica con revisión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documento oficial de patente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Miren la fila de implicación: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las dos señales cambiaron algo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Una movió el foco del problema; la otra movió la diferencia de la solución.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Eso es vigilar.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vigilé: leí un artículo."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¿Cambió alguna decisión de su propuesta? Si no,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informó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vigiló.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"Encontré una patente igual, mi idea murió."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contrario: ahora sabe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contra qué compite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¿En qué se diferencia la suya?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Pegar un enlace sin fecha ni autor.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fuente sin fecha ni autor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es evidencia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Busque quién lo dice y cuándo.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"Hay muchas apps parecidas."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"Parecidas" no es análisis. ¿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qué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parecen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qué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diferencia usted?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Vigilancia decorativa.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su tablero no ajusta alcance, usuario, tecnología ni riesgo, todavía no sirve para nada.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"No encuentro nada."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Cambie las palabras: busque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problema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su solución. Y pruebe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inglés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Scholar.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arme su tablero de vigilancia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Documento nuevo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Título: `Tablero de vigilancia — [su propuesta]`.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pregunta que quiere responder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pregunta, la búsqueda se dispersa.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"¿Qué soluciones de asignación de recursos ya existen y qué las limita?"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tabla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columnas × 4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señal · fuente y fecha · hallazgo · implicación · confianza.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scholar.google.com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patents.google.com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pestañas aparte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cierre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cada búsqueda útil,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pegue de una vez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título, autor, año y enlace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seguir leyendo.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 hace en el momento, después no encuentra de dónde salió. Le pasa a todo el mundo.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la columna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inmediatamente, con la fuente todavía abierta.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final, subraye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señal que le obligó a ajustar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escriba abajo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una frase.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arme su tablero de vigilancia en Google Docs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Descargue en PDF o comparta el enlace, y súbalo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Tablero de vigilancia de su tema (22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Patents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otra pestaña y armen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Tablero de vigilancia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3 fichas de señal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una con: título · fuente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enlace · hallazgo en 2 líneas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nivel de confianza.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0–3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Escriban la pregunta de búsqueda y armen la tabla vacía.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3–10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Señal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busquen en Scholar y/o Patents. Copien título, autor y año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10–16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Señales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otro frente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mercado, normativa o social. No las tres del mismo 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16–22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Llenen las implicaciones y escriban abajo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señal debe obligarlos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ajustar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alcance, usuario, tecnología o riesgo.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la 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una señal — no el hallazgo.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señales con fuente y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decisión explícita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 en una frase que empiece por "Ajusto..." o "Confirmo...".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una ficha no cambia ni confirma nada, bórrela y busque otra. Una ficha inútil ocupa el lugar de una que sí decide.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fichas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del frente tecnológico.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ficha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autor, fecha y enlace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Ninguna dice solo "lo vi en internet".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Ninguna de mis fuentes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de 5 años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que yo explique por qué sigue vigente.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hallazgos están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mis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2 líneas. No pegué ningún abstract completo.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ficha dice si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obliga a pivotar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 un riesgo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señal cambió algo real de mi propuesta, y puedo señalar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cambió.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Escribí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una frase, al final del tablero.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Si encontré algo parecido a mi idea,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qué me diferencio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lo escondí.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`S06_Vigilancia_Apellido`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final: si le entrego mi tablero a un compañero, ¿sabría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decisión tomé y 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? Si no, falta la implicación.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Vigilar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sistema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una lectura suelta.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Una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fecha ni autor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es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Si la señal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cambia una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sirvió.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Pulan su tablero y súbanlo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`S06_Vigilancia_Apellido`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Preparen un listado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3 entidades de apoyo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a las que podrían acercarse.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Piensen en cuatro frentes: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universitario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(unidad de emprendimiento, semilleros),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público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privado / redes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internacional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cada una, anoten en una línea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creen que le pedirían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no saben qué pedir, esa entidad todavía no les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 — la última: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innovación local–internacional,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entidades de apoyo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pitch de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cronometrado. Vengan preparados para hablar.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Vigilancia tecnológica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