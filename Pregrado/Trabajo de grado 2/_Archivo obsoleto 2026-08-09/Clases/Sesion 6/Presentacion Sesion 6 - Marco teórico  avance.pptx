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6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Marco teórico — avance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14/09/2026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 —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6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teórico —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6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6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6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6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teórico —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