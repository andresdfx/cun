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Acuerdo pedagógico · estado del proyecto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03/08/2026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Orientativo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Acuerdo pedagógico · estado del proyecto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Diagnóstico del avance desde semestres anteriores.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Acuerdo pedagógico · estado del proyecto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Diagnóstico del avance desde semestres anteriores.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1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Acuerdo pedagógico · estado del proyecto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