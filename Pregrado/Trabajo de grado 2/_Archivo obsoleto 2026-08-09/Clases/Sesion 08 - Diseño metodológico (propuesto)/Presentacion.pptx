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08 — DISEÑO METODOLÓGICO (PROPUESTO)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08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Diseño metodológico (propuesto)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Diseño metodológico (propuesto)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Enfoque, tipo, alcance.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Diseño metodológico (propuesto)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Enfoque, tipo, alcance.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Diseño metodológico (propuesto)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08: Diseño metodológico (propuesto)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