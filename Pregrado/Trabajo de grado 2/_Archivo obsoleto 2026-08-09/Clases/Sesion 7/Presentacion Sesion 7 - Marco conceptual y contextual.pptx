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7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Marco conceptual y contextual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21/09/2026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Orientativo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Marco conceptual y contextual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Definiciones operativas.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7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Manual del Docente (⚠️ sin sílabo SIAC) · analogía con TG3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Marco conceptual y contextual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Definiciones operativas.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7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7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7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7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Marco conceptual y contextual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