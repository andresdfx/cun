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01 — ACUERDO PEDAGÓGICO · ESTADO DEL PROYECTO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Acuerdo pedagógico · estado del proyecto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Acuerdo pedagógico · estado del proyecto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Diagnóstico del avance desde semestres anteriores.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Acuerdo pedagógico · estado del proyecto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Diagnóstico del avance desde semestres anteriores.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Acuerdo pedagógico · estado del proyecto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01: Acuerdo pedagógico · estado del proyecto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