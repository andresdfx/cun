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10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Integración del avance · correcciones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19/10/2026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Orientativo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Integración del avance · correcciones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Documento consolidado.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10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Manual del Docente (⚠️ sin sílabo SIAC) · analogía con TG3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Integración del avance · correcciones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Documento consolidado.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10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10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10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10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Integración del avance · correcciones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