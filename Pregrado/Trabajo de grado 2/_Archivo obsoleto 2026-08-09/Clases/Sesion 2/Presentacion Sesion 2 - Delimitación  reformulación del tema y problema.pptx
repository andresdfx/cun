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2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Delimitación / reformulación del tema y problema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10/08/2026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Orientativo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Delimitación / reformulación del tema y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Alinear con perfil de Ingeniería de Sistemas.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2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Delimitación / reformulación del tema y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Alinear con perfil de Ingeniería de Sistemas.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2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2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2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Sesión 2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Delimitación / reformulación del tema y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