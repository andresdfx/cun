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MARCO CONCEPTUAL Y CONTEXTUAL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conceptual y contextual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conceptual y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conceptual y contextual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Definiciones operativas.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Marco conceptual y contextual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Marco conceptual y contextual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