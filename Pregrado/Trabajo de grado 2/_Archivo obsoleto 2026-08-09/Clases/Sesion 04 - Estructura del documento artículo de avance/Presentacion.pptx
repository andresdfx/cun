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04 — Estructura del documento / artículo de avance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04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Estructura del documento / artículo de avance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Estructura del documento / artículo de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Plantilla APA CUN.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Estructura del documento / artículo de avance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Plantilla APA CUN.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Estructura del documento / artículo de avance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04: Estructura del documento / artículo de avance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