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9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Instrumentos y plan de análisis (propuestos)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05/10/2026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Instrumentos y plan de análisis (propuestos)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12/10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9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Instrumentos y plan de análisis (propuestos)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12/10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9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9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9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9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Instrumentos y plan de análisis (propuestos)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