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Acuerdo pedagógico · delimitación / reformulación del tema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Acuerdo pedagógico · delimitación / reformulación del tema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Acuerdo pedagógico · delimitación / reformulación del 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Alinear con perfil de Ingeniería de Sistemas.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Acuerdo pedagógico · delimitación / reformulación del tema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Alinear con perfil de Ingeniería de Sistemas.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Acuerdo pedagógico · delimitación / reformulación del tema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 Enunciado ACA completo: `Clases/Recursos/ACAs/` (no duplicar aquí).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01: Acuerdo pedagógico · delimitación / reformulación del tema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