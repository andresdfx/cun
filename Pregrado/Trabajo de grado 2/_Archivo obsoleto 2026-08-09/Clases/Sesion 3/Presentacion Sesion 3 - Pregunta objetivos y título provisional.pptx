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3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Pregunta, objetivos y título provisional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24/08/2026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Orientativo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Pregunta, objetivos y título provisional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17/08 es clase autónoma (festivo).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3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Manual del Docente (⚠️ sin sílabo SIAC) · analogía con TG3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Pregunta, objetivos y título provisional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17/08 es clase autónoma (festivo).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3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3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3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3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Pregunta, objetivos y título provisional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