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5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Antecedentes y referentes (Fase I)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07/09/2026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Antecedentes y referentes (Fase I)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Búsqueda en bases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5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Antecedentes y referentes (Fase I)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Búsqueda en bases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5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5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5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5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Antecedentes y referentes (Fase I)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