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Estructura del documento / artículo de avance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31/08/2026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documento / artículo de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