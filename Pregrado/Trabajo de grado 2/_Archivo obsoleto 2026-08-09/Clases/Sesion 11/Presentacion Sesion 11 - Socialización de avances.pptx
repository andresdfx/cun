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11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Socialización de avances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26/10/2026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Socialización de avances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Retroalimentación entre pares/docente.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11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Socialización de avances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Retroalimentación entre pares/docente.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11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11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11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11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Socialización de avances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