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ANTECEDENTES Y REFERENTES (FASE I)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2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Manual del Docente (⚠️ sin sílabo SIAC) · analogía con TG3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Antecedentes y referentes (Fase I)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Búsqueda en bases CUN.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Antecedentes y referentes (Fase 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Antecedentes y referentes (Fase I)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Búsqueda en bases CUN.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Antecedentes y referentes (Fase 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Antecedentes y referentes (Fase 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Antecedentes y referentes (Fase I)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Antecedentes y referentes (Fase 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Antecedentes y referentes (Fase I)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