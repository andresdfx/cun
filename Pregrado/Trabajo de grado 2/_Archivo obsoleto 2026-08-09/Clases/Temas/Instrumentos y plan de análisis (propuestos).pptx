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INSTRUMENTOS Y PLAN DE ANÁLISIS (PROPUESTOS)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Manual del Docente (⚠️ sin sílabo SIAC) · analogía con TG3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Instrumentos y plan de análisis (propuestos)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12/10 clase autónoma (festivo).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Instrumentos y plan de análisis (propuestos)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Instrumentos y plan de análisis (propuestos)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12/10 clase autónoma (festivo).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Instrumentos y plan de análisis (propuestos)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Instrumentos y plan de análisis (propuestos)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Instrumentos y plan de análisis (propuestos)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Instrumentos y plan de análisis (propuestos)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Instrumentos y plan de análisis (propuestos)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