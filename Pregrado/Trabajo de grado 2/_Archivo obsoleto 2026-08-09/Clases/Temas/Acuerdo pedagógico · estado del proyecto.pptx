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ACUERDO PEDAGÓGICO · ESTADO DEL PROYECTO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Acuerdo pedagógico · estado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 pedagógico · estado del proyecto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Acuerdo pedagógico · estado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Acuerdo pedagógico · estado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Acuerdo pedagógico · estado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Acuerdo pedagógico · estado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