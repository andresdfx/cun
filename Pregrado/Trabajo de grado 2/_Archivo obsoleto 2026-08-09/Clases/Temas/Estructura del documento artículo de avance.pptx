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ESTRUCTURA DEL DOCUMENTO / ARTÍCULO DE AVANCE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del documento / artículo de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Plantilla APA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Estructura del documento / artículo de avance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Estructura del documento / artículo de avance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Plantilla APA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Estructura del documento / artículo de avance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Estructura del documento / artículo de avance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Estructura del documento / artículo de avance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Estructura del documento / artículo de avance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Estructura del documento / artículo de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