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DISEÑO METODOLÓGICO (PROPUESTO)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2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Manual del Docente (⚠️ sin sílabo SIAC) · analogía con TG3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Diseño metodológico (propuesto)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Enfoque, tipo, alcance.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Diseño metodológico (propuesto)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Diseño metodológico (propuesto)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Enfoque, tipo, alcance.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Diseño metodológico (propuesto)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Diseño metodológico (propuesto)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Diseño metodológico (propuesto)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2 · Diseño metodológico (propuesto)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Diseño metodológico (propuesto)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