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SOCIALIZACIÓN DE AVANCES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Trabajo de Grado 2 — Modelos de Innovación (Ing. Sistemas)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2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Manual del Docente (⚠️ sin sílabo SIAC) · analogía con TG3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Enfoque teórico-práctico · trabajo autónomo entre encuentros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Socialización de avances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Retroalimentación entre pares/docente.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Socialización de avances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Socialización de avances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Retroalimentación entre pares/docente.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Socialización de avances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el día de clase es festivo colombiano → clase autónoma (actividad en el LMS).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producto del curso se construye desde el primer encuentro, no al cierre.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Socialización de avances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Socialización de avances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Socialización de avances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Socialización de avances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