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DELIMITACIÓN / REFORMULACIÓN DEL TEMA Y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Delimitación / reformulación del tema y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/ reformulación del tema y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Delimitación / reformulación del tema y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Delimitación / reformulación del tema y problema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Delimitación / reformulación del tema y problema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Delimitación / reformulación del tema y problema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