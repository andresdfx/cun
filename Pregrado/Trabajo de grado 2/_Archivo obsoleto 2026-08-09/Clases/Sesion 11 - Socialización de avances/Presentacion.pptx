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SOCIALIZACIÓN DE AVANCES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Socialización de avances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Socialización de avances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avances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Socialización de avances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Socialización de avances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