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PREGUNTA, OBJETIVOS Y TÍTULO PROVISIONAL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Pregunta, objetivos y título provisional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Sin pregunta no hay proyecto: solo hay un 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—"inteligencia artificial en soporte técnico"— no se puede investigar: es un campo, no un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sí se investiga: acota qué se busca, sobre qué y dónde.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Del tema salen mil trabajos distintos; de la pregunta sale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el suyo.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Síntoma de que falta pregunta: el documento crece pero no avanza; se agregan páginas sin saber si sobran o faltan.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Ingeniería de Sistemas: una mesa de ayuda en Bogotá recibe unos 120 tickets diarios y el analista gasta minutos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uno antes de resolverlo.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Tema: "IA en soporte". Pregunta: "¿en qué medida un clasificador supervisado reduce el tiempo de clasificación de esos tickets?".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sale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piezas escritas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pregunta, objetivo general con tres específicos y título provisional.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la pregunta y los objetivos quedan bien, el resto del documento casi se ordena solo.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—y qué no es— una pregunta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brújula del documento: marco, método y resultados existen para responderla.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título, ni el objetivo, ni la solución que usted ya decidió aplicar.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pregunta ya nombra la solución ("¿cómo implementar Python para…?"), no está investigando: está justificando lo que ya escogió.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consulta de buscador ("¿qué es machine learning?"): eso se responde leyendo, no investigando.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Cuatro exigencias, y las cuatro al tiempo: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se entiende sin que usted la explique en voz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Delimitada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nombra actor, fenómeno y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hay fuentes y acceso; cabe en el tiempo del curso.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Abierta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no se contesta con sí o con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que no sirven y su versión investigable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2659113"/>
                <a:gridCol w="54099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como llega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investigable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¿Sirve la IA para la empresa?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responde sí/no; sin actor ni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un clasificador supervisado reduce el tiempo de clasificación de tickets en la mesa de ayuda de la empresa X?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es el aprendizaje automático?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consulta, no investigación: ya está en los libros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¿Qué relación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existe entre el volumen diario de tickets y el tiempo de respuesta en el área de soporte de X?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implementar Python en la empresa?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solución ya está decidida; no hay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afecta la clasificación manual de tickets la carga de trabajo del analista de soporte de X?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¿Cómo mejorar los procesos de las empresas colombianas?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Contexto imposible de abarcar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¿Cómo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varía el tiempo de atención entre categorías de ticket en el área de soporte de X?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¿Es mejor Java o Python?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opinión, sin criterio ni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¿En qué medida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difieren los tiempos de desarrollo entre dos enfoques en el equipo de X, según el histórico del repositorio?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Arranques que casi siempre funcionan: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¿en qué medida…?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¿cómo…?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¿qué relación…?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 ·  Arranques peligrosos: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¿es…?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¿sirve…?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¿debería…?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 la pregunta: cuatro piezas que deben verse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estudia: "el tiempo de clasificación de tickets".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Actor o unidad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sobre quién o qué se mide: "los analistas de la mesa de ayuda".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dónde ocurre: "el área de soporte TI de la empresa X".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Relación o efecto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quiere establecer: "el efecto de un clasificador supervisado".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Aplique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test del subrayado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subraye las cuatro piezas en su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falta una, la pregunta está incompleta y después el método no sabrá qué medir.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Ingeniería de Sistemas el fenómeno casi siempre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proceso medible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tiempos, errores, cobertura, disponibilidad, número de incidentes.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"Mejorar la experiencia" no es un fenómeno medible; "minutos entre apertura y cierre del ticket" sí lo 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Verbos: los que no se pueden evaluar y sus reemplazos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194"/>
                <a:gridCol w="4584678"/>
                <a:gridCol w="339266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Evite (no medible)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Use (observable)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Conocer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Nadie puede verificar cuánto conoció usted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Identificar · caracterizar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Entender / comprender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Ocurre dentro de su cabeza; no deja evidencia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Analizar · comparar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Aprender sobre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Describe su formación, no el proyecto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Describir · clasificar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 · mirar · revisar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produce ningún producto verificable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Evaluar · medir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Profundizar 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tiene punto final: nunca se sabe si terminó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Diseñar · proponer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Concientizar · sensibilizar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Resultado subjetivo, sin forma de constatarlo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Documentar · sistematizar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rápida: si no puede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con qué evidencia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demostraría que cumplió el verbo, el verbo está mal escogido.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objetivo general: la pregunta convertida en propósito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 observable + qué + sobre qué o en quién + en qué contexto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Evaluar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efecto de un modelo de clasificación supervisada sobre el tiempo de clasificación de tickets en la mesa de ayuda de la empresa X."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del espejo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pregunta y el general dicen lo mismo —uno en interrogación, el otro en propósito—.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al leerlos seguidos suenan a dos investigaciones distintas, algo se desalineó y manda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verbo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general. "Evaluar y diseñar" son dos proyectos, no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general no se cumple "en parte": o el documento lo alcanza o no lo alcanza.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de redacción: escriba primero la pregunta; luego bórrele el signo de interrogación y póngale un verbo al frente.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específicos: tres pasos, tres secciones, una coherencia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Regla práctica: 1 general + 3 específicos.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específico se convertirá en una sección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específico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hacia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general, no un tema aparte que le pareció interesante.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Coherencia vertical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prueba que se hace en voz alta: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¿Los tres específicos, sumados, alcanzan el general? Si sobra o falta uno, se reescribe.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¿El general responde la pregunta? Si responde otra cosa, se corrige el objetivo, no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Orden natural de los tres: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diagnosticar → construir → contrastar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(1) caracterizar lo que hay hoy · (2) diseñar o proponer · (3) comparar, evaluar o validar.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Seis específicos no significan más trabajo: significan dispersión. Se recortan a tres.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caso de los tickets, escrito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¿En qué medida un modelo de clasificación supervisada reduce el tiempo de clasificación de tickets de soporte en la mesa de ayuda de la empresa X?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Evaluar el efecto de un modelo de clasificación supervisada sobre el tiempo de clasificación de tickets de soporte en la mesa de ayuda de la empresa X.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Caracterizar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flujo actual de recepción y clasificación de tickets en la mesa de ayuda.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modelo de clasificación supervisada a partir del histórico de categorías de ticket.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Comparar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tiempo de clasificación con y sin el modelo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provisional: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Clasificación automática de tickets de soporte mediante aprendizaje supervisado en la mesa de ayuda de la empresa X.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Revisión en vivo: tape la pregunta y lea solo los objetivos. ¿Se reconstruye qué se investiga? Entonces está bien armado.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 Trabajo de Grado 2 el modelo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propone y diseña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ejecutarlo con datos reales es trabajo del semestre siguiente.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título provisional: eslogan frente a título académico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42500"/>
                <a:gridCol w="2842500"/>
                <a:gridCol w="522653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Título como llega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Diagnóstico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Título corregido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Una solución innovadora con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Eslogan: no dice qué, ni sobre qué, ni dónde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Clasificación automática de tickets de soporte mediante aprendizaje supervisado en la mesa de ayuda de la empresa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Software para la empresa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fenómeno ni actor identificable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Prototipo de módulo de registro de incidentes para el área de soporte TI de la empresa X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Big Data y el futuro de Colombia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Contexto inabarcable y tono de conferencia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los tiempos de respuesta de la mesa de ayuda de una empresa de servicios en Bogotá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Estudio sobre redes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"Estudio sobre" no agrega información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Evaluación de la disponibilidad de la red inalámbrica en la sede administrativa de la empresa X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Tope: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21 palabras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Deben verse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actor, fenómeno y contexto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Sin signos de admiración, sin metáforas, sin la palabra "innovador". Es provisional: se afina al cierre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objetivo es conocer sobre machine learning."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"Conocer" no se mide. Cámbielo por identificar, caracterizar o analizar algo concreto.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"¿Sirve la IA para la empresa?"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Se agota en un sí o un no. Reformule con "¿en qué medida…?" o "¿qué relación…?", con actor y contexto.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"Tengo seis objetivos específicos."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El documento se dispersa. Deje tres que, sumados, respondan al general: cada uno será una sección.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"El título es provisional, ¿lo puedo cambiar?"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Sí, se ajusta al cierre. Pero un título vago hoy produce un marco vago mañana.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 la pregunta al título, todo en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su documento de avance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cree el bloque "Pregunta / Objetivos / Título".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la pregunta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necesita dos, todavía no está delimitada.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Subraye en ella fenómeno, actor y contexto. Lo que no quede subrayado,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busque el fenómeno entre comillas; de los títulos que aparezcan tome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términos técnicos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que la comunidad nombra su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Convierta la pregunta en objetivo general: quite el signo de interrogación y ponga un verbo observable al frente.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Derive los tres específicos con el orden caracterizar → diseñar → comparar.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el título con los términos del paso 4 y cuente las palabras en Herramientas → Contar palabras: tope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una referencia que sostenga que el problema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se resuelve con Google Docs, Google Académico y ZoteroBib: gratis y en el navegador, sin instalar nada.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20 minutos sobre su propio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de Google Docs llamado `S02_PreguntaObjetivos_Apellido` escriba: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su proyecto, en una sola frase investigable.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 general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la refleje, con un solo verbo observable.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objetivos específicos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verbos medibles, en orden de pasos.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provisional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máximo 21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individual; el Docente pasa revisando caso por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se tapa la pregunta y se leen solo los objetivos, un compañero puede reconstruir qué se va a investigar.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Resalte en amarillo la parte de la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más duda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eso es lo que se revisa primero en el acompañamiento.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contesta con sí o con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la pregunta se identifican fenómeno, actor y contexto (test del subrayado).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objetivo general empieza con un verbo observable, y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uno solo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objetivo usa conocer, entender, aprender, profundizar o concientizar.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tres específicos, sumados, alcanzan el general.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específico se puede convertir en una sección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título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21 palabras o menos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lleva adjetivos publicitarios.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`S02_PreguntaObjetivos_Apellido` y está compartido con permiso de lectura.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casilla no se puede marcar, ese es exactamente el punto que hay que reescribir antes de entregar.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`S02_PreguntaObjetivos_Apellido`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su pregunta 24 horas después. Lo que ese día no se entienda, tampoco lo entenderá el lector.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Google Académico dos artículos con título parecido al suyo y anote cómo nombran ellos el fenómeno.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deje lista en ZoteroBib, en APA 7, la referencia que sostiene la pertinencia del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estructura completa del documento de avance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Plantilla APA CUN: qué va en cada sección y qué no 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este bloque de pregunta y objetivos abierto: es el primer contenido que se pega en la plantilla.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Pregunta, objetivos y título provisional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