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03 — Estructura del documento / artículo de avance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Estructura del documento / artículo de avance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Hoy no se escribe contenido nuevo: se ordena el envase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Situación típica: hay pregunta y objetivos, se abre un documento en blanco… y aparece el bloqueo.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bloqueo casi nunca es falta de ideas: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saber en qué sección va cada idea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documento de avance no se inventa. Ya existe un mapa: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de proyecto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Su trabajo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llenarla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diseñarla. Reordenar secciones solo genera devoluciones.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 terminar la sesión usted sabrá dos cosas: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va en cada sección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—más importante—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NO 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 sale con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outline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completo: todo el documento en viñetas, listo para convertirse en prosa.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del día: nadie escribe bien un párrafo si no sabe qué está haciendo ese párrafo en el documento.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outline de hoy es el andamio de todas las sesiones que siguen: antecedentes, marco y metodología caen sobre él.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la Plantilla APA CUN y qué le resuelve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documento institucional que ya trae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orden de las secciones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formato de citas y 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abre y se trabaja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desde el navegador: no exige Word de escritorio ni ninguna instalación.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camisa de fuerza de contenido: usted decide qué dice, la plantilla decide dónde lo dice.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opcional: el avance se evalúa sobre esa estructura, y un documento reordenado se devuelve.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Qué le ahorra: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Decidir el orden de las secciones (ya está decidido).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Configurar márgenes, interlineado y estilos de título (ya vienen puestos).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Recordar cómo se arma la lista de referencias (el formato ya está definido).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sí es su responsabilidad: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cada sección diga lo que le corresponde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nada más.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Sección por sección: qué va y qué no va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84032"/>
                <a:gridCol w="4768065"/>
                <a:gridCol w="375943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Sección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va exactamente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Error típico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Introducción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Contexto → problema → propósito, en ese orden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Arrancar "desde la antigüedad, el ser humano…"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Planteamiento y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problema argumentado con datos y fuentes, que aterriza en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Meter aquí la solución que ya se escogió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Objetivos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General (uno) + específicos (tres)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Verbos no medibles: conocer, entender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Marco referencial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Antecedentes + marco teórico + conceptual y contextual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Collage de definiciones sin relación con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Diseño metodológico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Enfoque, tipo, alcance, población e instrumentos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propuestos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Mezclarlo con hallazgos o resultados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APA 7, en orden alfabético, solo lo que se citó en el texto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URLs sueltas pegadas sin formato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Prueba de ubicación: si una idea puede ir en dos secciones, es que está mal redactada. Reescríbala hasta que solo quepa en una.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introducción es un embudo, no una enciclopedia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1 — contexto: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escenario real donde vive el problema, con un dato verificable.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"Las mesas de ayuda de TI gestionan volúmenes crecientes de solicitudes por canales múltiples…"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2 — problema: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está fallando y a quién le duele.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"En la empresa X, la clasificación manual de cada ticket consume tiempo del analista antes de resolverlo."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Párrafo 3 — propósito: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qué se propone hacer el proyecto y para qué sirve.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"Este avance propone diseñar un modelo de clasificación supervisada y estimar su efecto sobre ese tiempo."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embudo va de lo general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caso, en tres párrafos, no en tres páginas.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Prohibido el arranque histórico universal: la introducción no empieza en la prehistoria, empieza en el contexto del problema.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error rey del avance: mezclar método con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 este curso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todavía no hay resultados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el trabajo de campo pertenece al semestre siguiente.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eso la metodología se escribe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"se propone", "se aplicará", "se seleccionará".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en la sección de método aparece un porcentaje, un hallazgo o una conclusión, algo está fuera de lugar.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qué importa tanto: quien evalúa lee la metodología para saber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 el plan es realizable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para conocer conclusiones.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dato colado en el método hace dudar de todo lo demás: parece que se inventaron cifras.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sí puede aparecer: datos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 contexto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ya publicados o registros institucionales existentes, siempre citados.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"El área reporta un promedio de N tickets diarios según su informe interno" es contexto, no resultado propio.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Frase de control: si la oración responde "¿qué encontré?", no va en método. Si responde "¿qué voy a hacer?", sí 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Tiempo verbal: cómo se escribe cada cosa en el avance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09920"/>
                <a:gridCol w="550161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Frase que NO va todavía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se escribe en este avance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aplicó una encuesta a 30 analistas."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propone aplicar una encuesta a los analistas del área de soporte."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"Los resultados muestran una reducción del 40 %."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espera comparar el tiempo de clasificación con y sin el modelo propuesto."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concluye que el modelo es eficiente."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avance concluye con el diseño del modelo; su evaluación empírica queda planteada."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 muestra estuvo conformada por…"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"La población objeto sería el equipo de soporte; la muestra se definiría por conveniencia."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observó que los tickets de red demoran más."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"Se propone verificar si el tiempo varía entre categorías de ticket."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Buscador rápido en Google Docs (Ctrl+B / Buscar): "se aplicó", "se obtuvo", "los resultados", "se concluye". Cada coincidencia en la metodología es una alarma.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Outline antes que prosa: la técnica que quita el bloqueo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Outline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cada sección del documento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a 5 viñetas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lo que irá adentro. Nada de párrafos todavía.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Por qué funciona: una viñeta mal ubicada se arregla en diez segundos; un párrafo mal ubicado cuesta media página reescrita.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viñeta debe ser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afirmación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una etiqueta.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Mal: "contexto". Bien: "la mesa de ayuda recibe tickets por tres canales distintos y sin categoría previa".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Marque con color las secciones que hoy están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vacías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ese color es su lista de tareas de las próximas semanas.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Estime al lado de cada sección cuántos párrafos necesita; así detecta a tiempo si el marco se le está desbordando.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Cuando el outline esté completo, escribir deja de ser "inventar" y pasa a ser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traducir viñetas a párrafos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outline del caso de los tickets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Introducción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(1) las mesas de ayuda concentran las solicitudes de TI; (2) en la empresa X la clasificación es manual; (3) el avance propone un clasificador y estimar su efecto.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Planteamiento y pregunta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(1) tiempo perdido antes de resolver; (2) tres canales sin categoría unificada; (3) pregunta: ¿en qué medida un clasificador supervisado reduce ese tiempo?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general: evaluar el efecto del modelo · específicos: caracterizar el flujo, diseñar el modelo, comparar tiempos.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Marco referencial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(1) antecedentes de clasificación automática de tickets; (2) teoría de clasificación supervisada; (3) definiciones operativas de "ticket" y "tiempo de atención".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 metodológico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(1) enfoque cuantitativo; (2)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 propone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medir tiempos con el histórico del sistema; (3)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 aplicaría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comparación antes/después.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bloque en APA 7 alimentado desde ZoteroBib a medida que se cita.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Observe: en metodología aparece "se propone"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hay un solo número de resultado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Con este esqueleto, la próxima vez que se siente a escribir no verá una hoja en blanco: verá viñetas esperando párrafo.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más se corrige en esta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"Pongo mis resultados en la metodología."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En este avance aún no hay resultados: el método se escribe en "se propone / se aplicará", sin hallazgos.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"Escribo directo en párrafos, sin plan."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Primero el outline: 3 a 5 viñetas por sección. La prosa viene después y sale en la mitad del tiempo.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"Reordené las secciones a mi gusto."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El orden ya existe en la Plantilla APA CUN. Reinventarlo no suma originalidad: genera devolución.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más se corrige en esta sesión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"La introducción arranca con la historia de la humanidad."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Arranque en el contexto real del problema: contexto → problema → propósito, tres párrafos.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montar la plantilla en Google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de proyecto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use Archivo → Hacer una copia. Nunca trabaje sobre el original.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Renombre la copia como `S03_EstructuraAvance_Apellido`.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Verifique que los títulos usen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estilos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la plantilla (Título 1, Título 2…), no negrita puesta a mano.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Solo así el índice se genera solo en Insertar → Índice y se actualiza con un clic.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Pegue en su sección el bloque de pregunta y objetivos que ya trae de la sesión anterior.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el outline: bajo cada título, 3 a 5 viñetas afirmativas.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Resalte en color las secciones vacías y déjelas visibles: son su plan de trabajo.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Deje creada la sección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péguele las citas que ya tenga desde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(zbib.org).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ocurre en el navegador: Google Docs y ZoteroBib. Sin instalaciones y sin costo.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Formato APA 7 que la plantilla ya trae (no lo cambie)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023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25887"/>
                <a:gridCol w="788564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debe quedar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Márgenes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2,54 cm en los cuatro lados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Interlineado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Doble en todo el cuerpo del documento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Una sola fuente legible en todo el texto (por ejemplo, 12 pt tipo Times New Roman o 11 pt tipo Arial)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Sangría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Primera línea de cada párrafo a 1,27 cm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Referencias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Orden alfabético y sangría francesa de 1,27 cm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Numeración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Número de página en la esquina superior derecha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Niveles de título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Nivel 1 centrado y en negrita · Nivel 2 al margen izquierdo en negrita · Nivel 3 al margen izquierdo, negrita y cursiva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algo del formato se ve distinto a esto, probablemente se pegó texto "con formato de origen". Use Ctrl+Shift+V para pegar sin formato.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20 minutos para dejar el documento armado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haga una copia de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Google Docs, llámela `S03_EstructuraAvance_Apellido` y complete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outline de todo el documento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Cada sección con 3 a 5 viñetas afirmativas de lo que irá.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metodología escrita en "se propone / se aplicará", sin ningún resultado.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Las secciones aún vacías resaltadas en color.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sección Referencias creada, aunque tenga solo una entrada.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minutos; el Docente revisa mientras tanto ubicación de ideas y tiempo verbal.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leer solo su outline se entiende el documento completo de un vistazo, y no hay un solo resultado colado en la metodología.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le sobran minutos: convierta en párrafo únicamente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primer punto de la introducción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Autoevaluación antes de subir el archivo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copia de la plantilla está hecha y renombrada correctamente.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Todas las secciones de la plantilla existen, incluso las que están vacías.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sección tiene entre 3 y 5 viñetas, y cada viñeta afirma algo (no es una etiqueta).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metodología está redactada en tiempo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no contiene cifras propias.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Ninguna idea del outline podría ir igual de bien en otra sección.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introducción sigue el orden contexto → problema → propósito.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títulos usan los estilos de la plantilla y el índice se genera automáticamente.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archivo se llama `S03_EstructuraAvance_Apellido`.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qué viene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`S03_EstructuraAvance_Apellido`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la plantilla copiada y el outline completo.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1: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convierta a prosa la sección de introducción, siguiendo sus propias viñetas.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2: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revise su metodología con el buscador y elimine todo verbo en pasado.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3: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liste tres términos de su pregunta con los que buscará estudios previos la próxima semana.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empieza el llenado real del marco con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antecedentes y referentes (Fase I)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quién ya trabajó algo parecido y qué encontró.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sesión iniciada en las bases de datos de la biblioteca CUN y en Google Académico.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03: Estructura del documento / artículo de avance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