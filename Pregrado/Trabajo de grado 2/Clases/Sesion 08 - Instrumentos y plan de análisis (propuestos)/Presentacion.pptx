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INSTRUMENTOS Y PLAN DE ANÁLISIS (PROPUESTOS)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Instrumentos y plan de análisis (propuestos)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matriz a las preguntas concretas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quedó el plan general. Hoy contestamos algo mucho más incómodo: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le va a preguntar a quién, y con qué palabras exactas?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en su matriz escribió 'dato: satisfacción del usuario', hoy tiene que aparecer la pregunta literal que produce ese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Seguimos con el caso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clasifica tickets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dato 'tiempo de atención' no cae del cielo: alguien tiene que registrar hora de apertura y hora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(encuesta, guía, ficha o protocolo)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regla de TG2 sigue firme: el instrumento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aplica. Nadie responde nada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Diseñar bien hoy es lo que evita que en TG3 recoja datos que no sirven para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tabla de operacionalización + instrumento borrador + plan de análisis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instrumento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herramienta con la que se recogerá la evidencia: encuesta, guía de entrevista, ficha de observación, protocolo de prueba, ficha de registro documental.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con estructura: propósito, instrucciones para quien responde, ítems agrupados por dimensión y datos de identificación.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preguntas 'interesantes' que se le ocurrieron anoche.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filtro es brutal: si una pregunta no sirve a ningún objetivo, por buena que suene,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formulario de Google publicado y enviado a un grupo de WhatsApp. Eso ya es trabajo de campo, y es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más valioso por ser más largo: cuarenta preguntas dispersas valen menos que diez alineadas.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debe poder decir de qué objetivo salió.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instrumento: cuál le sirve a su proyecto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 en el avance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Encuesta / 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 y categórico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cuantitativo, muchas unidades, respuestas comparables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razones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cualitativo, pocas personas, se busca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registrados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estudia un proceso en funcionamiento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prueba técnica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del sistema (tiempo, exactitud, errores)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Proyectos de ingeniería con software o hardware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casos de prueba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registro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extraídos de archivos o históricos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dato ya existe en logs, actas o bases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campos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proyecto puede combinar dos instrumentos, pero cada uno debe tener su propio objetivo asociado en la matriz del S07.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trazabilidad: cada ítem apunta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Trazabilidad significa que se puede seguir el hilo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→ variable → indicador →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perderse.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hilo se corta en algún punto, ese ítem no tiene por qué existir.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la defensa más práctica que usted tiene: cuando alguien pregunte '¿y esta pregunta para qué?', usted responde con la tabla, no con improvisación.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uno: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ítem demográfico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Preguntar el estrato o el estado civil sin usarlos en ningún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pregunte datos personales si algún análisis los va a cruzar; si no, está pidiendo datos que no necesita.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objetivo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objetivo que ningún ítem del instrumento alimenta.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el conteo al final: número de objetivos con al menos un ítem = número total de objetivos específicos.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Operacionalización: el puente entre la idea y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Variable 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idea que quiere medir. Suele ser abstracta ('satisfacción', 'eficiencia', 'usabilidad').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Dimensión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del constructo que va a mirar. 'Satisfacción' puede tener dimensión de rapidez y dimensión de solución.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Indicador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señal observable que representa esa dimensión. Debe ser algo que se pueda registrar sin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'Minutos transcurridos entre apertura y cierre' es un indicador; 'que atiendan rápido' no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o el campo concreto del instrumento que captura el indicador.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Operacionalizar es bajar por esa escalera sin saltarse escalones.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alguien escribe preguntas sin bajar la escalera, termina midiendo opiniones sueltas en vez de su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como una tabla de cuatro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constructo, dimensión, indicador, ítem propuesto.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operacionalización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propuesto (texto literal)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Duración del ciclo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registro: 'Hora de apertura' y 'Hora de cierre'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Conformidad con la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entregada? 1 = nada conforme, 5 = totalmente conforme'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rapidez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oportuna le pareció la respuesta recibida?'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Exactitud del modelo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la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tickets bien clasificados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 del sistema en el protocolo de prueba (no es ítem de encuesta)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Carga de trabajo del agente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Volumen atendido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Tickets atendidos por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 documental extraído del histórico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Ninguno de estos ítems se me ocurrió: todos salieron bajando la escalera desde la variable. Fíjese que la exactitud del modelo no se pregunta, se mide.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Siete reglas para redactar ítems que sí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Una idea por ítem.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'Rapidez y amabilidad' son dos preguntas: si responden 3, usted no sabe a cuál se refieren.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Sin lenguaje técnico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encuestado no maneje. Nadie de fuera del proyecto sabe qué es 'latencia del backlog'.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preguntas que inducen la respuesta.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'¿No cree que el sistema actual es demasiado lento?' ya trae la respuesta 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dobles negaciones.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'No considera inadecuado que…' hace que la gente responda al azar.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Escala constante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todo el bloque: si 5 es lo mejor en un ítem, 5 debe ser lo mejor en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Opciones exhaustivas y excluyentes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preguntas cerradas; incluya 'otro, ¿cuál?' cuando falte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Sin datos personales innecesarios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no va a cruzar el dato en un análisis, no lo pida.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Además, en TG3 recogerá esos datos de verdad: pedir menos también es cuidar a quien responde.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Ítem mal redactado vs. ítem corregido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problemático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corregida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'¿Está satisfecho con el servicio?'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Sí/no; no gradúa nada y no dice de qué servicio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del ticket? (1 a 5)'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'¿Le parece que el sistema es lento e ineficiente?'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ideas juntas y además induce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'¿Cuánto tiempo esperó desde que reportó hasta la primera respuesta?'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 adecuada la latencia del pipeline?'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Vocabulario técnico que el usuario no maneja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'¿La respuesta llegó en el tiempo que usted esperaba?'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'Estrato socioeconómico: ___'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personal que ningún análisis va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del instrumento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'Comente lo que quiera del área de soporte'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abierta sin foco: produce texto inanalizable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parte del proceso de soporte le generó mayor demora? ¿Por qué?'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cada ítem en voz alta imaginando a la persona que lo va a responder. Si usted tendría que explicárselo, el ítem está mal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Escalas y tipos de respuesta: cuál usar en cada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Dicotómica (sí/no)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para hechos verificables. 'Sí/no' sobre percepciones desperdicia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Likert de 1 a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acuerdo, conformidad o frecuencia percibida. Rotule los extremos siempre.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analiza con frecuencias y promedio por ítem; permite comparar dimensiones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múltiple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categorías (tipo de falla reportada, canal usado). Una sola respuesta o varias, dígalo en la instrucción.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Numérica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conteos y tiempos (minutos de espera, tickets por turno). Indique la unidad.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el porqué. Máximo dos o tres en toda la encuesta.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abierta implica trabajo de codificación después: si no piensa analizarlas, no las incluya.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una guía de entrevista casi todo es abierto, pero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repreguntas previstas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'si responde que sí, pedir un ejemplo'.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plan de análisis se decide ANTES de tener un solo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qué se hará con cada tipo de dato una vez recogido, y se escribe hoy, sin datos en la mano.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recoger primero y preguntarse después '¿y ahora qué hago con esto?'.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eso pasa, casi siempre falta el dato clave y ya no se puede volver a pedir.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Escribirlo antes obliga a comprobar algo: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dato realmente responde mi pregunta?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plan de análisis se escribe por tipo de dato, no por instrumento: numéricos, categóricos y textuales.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Numéricos: promedio, dispersión y comparación antes/después. Categóricos: frecuencias y porcentajes. Textuales: agrupación por temas recurrentes.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 prevista para TG3: hoja de cálculo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gratuita y en el navegador. Nada de programas de escritorio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todo en propuesto: 'se calculará', 'se compararán', 'se agruparán'.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plan de análisis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recogido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por ticket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 el promedio de cada momento y se compararán las medias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asignada a cada ticket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calcularán frecuencias y porcentaje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aciertos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exactitud sobre el conjunto de prueba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conformidad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Ordinal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distribución de respuestas y el promedio por ítem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Respuestas abiertas de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agruparán por temas recurrentes y se contará cuántos los mencionan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Escrito así, cuando en TG3 lleguen los datos usted no improvisa: ya sabe exactamente qué calcular y para qué objetivo.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'Pongo preguntas interesantes.' Interesante no basta: cada ítem debe rastrearse hasta un objetivo por la tabla de operacionalización. Si no se rastrea, sobra.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'Primero recojo y después veo cómo analizo.' Así es como se descubre, demasiado tarde, que faltó el dato principal. El plan se escribe antes.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Cuarenta preguntas no valen más que diez: en el avance se evalúa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alineación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los objetivos, no el volumen del instrumento.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diseña, se justifica y se deja listo. Aplicarlo, difundirlo o recoger respuestas es tarea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el instrumento listo (sin aplicarlo)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documento cree la sección 'Instrumentos y plan de análisis (propuestos)'.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operacionalización de cuatro columnas y llénela desde su matriz del S07.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instrumento completo: título, propósito en dos líneas, instrucción para quien responde e ítems numerados.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Agrupe los ítems por dimensión y ponga un subtítulo a cada bloque: se responde mejor y se analiza mejor.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quiere ver cómo se vería digital, puede maquetarlo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Forms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pero déjelo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publicar y sin enviar a nadie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TG2 el formulario es una maqueta para anexar como captura; la aplicación real 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abajo el plan de análisis en forma de tabla: dato, tipo, análisis propuesto,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https://cdigital.cun.edu.co/course/view.php?id=129268.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en el navegador: Google Docs, Google Forms (solo maqueta), Google Sheets, Scholar y ZoteroBib (zbib.org).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Operacionalización, instrumento y plan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con acompañamiento del Docente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de operacionalización, su instrumento redactado y el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operacionalización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—variable → dimensión → indicador → ítem— para al menos dos variables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unos 10 ítems de encuesta, o una guía de unas 8 preguntas, o un protocolo de 5 a 8 casos de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tabla: qué hará con cada tipo de dato y a qué objetivo responde.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Operacionalización, instrumento y plan de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ítem se rastrea a un objetivo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la tabla.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objetivo tiene al menos un ítem.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plan de análisis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deja ningún dato sin destino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indicador no le sugiere ningún ítem, es que todavía es una dimensión: bájelo un nivel hasta que se pueda preguntar u observar.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`S08_Instrumentos_Apellido`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¿Puedo señalar, para cada ítem, la fila de la tabla de la que nació?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¿Algún objetivo específico se quedó sin ítems que lo alimenten?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ítem contiene una sola idea, sin inducir la respuesta ni usar jerga técnica?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escala mantiene el mismo sentido en todos los ítems del bloque?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los datos personales que ningún análisis va a usar?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instrumento tiene propósito e instrucciones, no solo una lista de preguntas sueltas?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plan de análisis dice qué se hará con los datos numéricos, los categóricos y los textuales?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 está redactado en propuesto y el archivo quedó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S08_Instrumentos_Apellido con la operacionalización, el instrumento y el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que lea su instrumento y le marque los ítems que no entendió a la primera: esa es su prueba de escritorio.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artículo que haya medido su misma variable y compare cómo la operacionalizó.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Copie la lógica de la medición, nunca los ítems textuales; y cite en APA 7 con ZoteroBib.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Aproveche la semana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dejar el instrumento pulido; revise la indicación de la sesión autónoma en la carpeta de esa sesión del Drive de clases.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dejamos de escribir por partes y leemos el documento completo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integración del avance y corrección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todas sus secciones pegadas en un solo documento, aunque tengan huecos.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Instrumentos y plan de análisis (propuestos)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