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CIERRE DEL AVANCE · PREPARACIÓN PARA TG3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del avance · preparación para TG3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Cerrar TG2 no es terminar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Última sesión sincrónica del curso. Conviene aclarar de entrada qué significa 'cerrar'.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 TG2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dejar un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limpio y coherente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planteamiento, pregunta, objetivos, marco y metodología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 TG2 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haber terminado el trabajo de grado: faltan aplicar los instrumentos, recoger datos, analizarlos, escribir resultados y sustentar.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eso es TG3, y llega en el próximo periodo. Hoy se prepara el terreno para que allá solo haya que ejecutar.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Piénselo así: usted entrega un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cualquier otra persona podría continuar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llamarlo.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estándar real de un avance bien cerrado.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limpia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documento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checklist de cierre recorrido, documento con formato de la Plantilla APA CUN y pendientes escritos en imperativo.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exactamente 'versión limpia'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'Limpio' no es una sensación: tiene condiciones que se verifican una por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Formato aplicado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documento vive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sobre un archivo en blanco con letra Arial.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Citas y referencias completas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toda cita del cuerpo tiene su referencia, y toda referencia fue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secciones a medias sin marcar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algo quedó incompleto, aparece explícito en los pendientes, no escondido.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comentarios ni resaltados de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eliminan los corchetes de '[falta desarrollar]' y los amarillos del S09.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estaba resaltado o se completó, o se pasó a la lista de pendientes. No se borra sin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Coherencia verificada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título, pregunta, objetivos y metodología dicen lo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Metodología en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 un verbo en pasado prometiendo resultados que no existen.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cierre: ítem, verificación y evidencia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verifica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de que está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 coherente con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Léalo y pregúntese si describe lo que el documento hace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nombra el objeto, el propósito y el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alineados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objetivos, sumados, deben responder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objetivo sobra ni falta frente a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+ marco teórico +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constructo de los objetivos está definido en 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Enfoque, alcance, diseño y matriz pregunta–método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tiene tantas filas como 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Operacionalización, ítems y qué se hará con cada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ítem se rastrea a un objetivo por la tabla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Cruce la lista final contra las citas del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Cero citas huérfanas y cero referencias sin citar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Compare márgenes, interlineado, títulos y portada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documento se ve idéntico a la plantilla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Redacción en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'se aplicó', 'se obtuvo', 'demostró'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búsqueda devuelve cero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pueda marcar como listo no se esconde: pasa tal cual a la lista de pendientes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Aplicar la Plantilla APA CUN sin sufrir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trata de imitar el formato a ojo: se trata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escribir sobre la plantilla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título, autor, programa, institución y asignatura, en el orden que trae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Cuerpo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interlineado doble, sangría de primera línea en cada párrafo, texto alineado a la izquierda (no justificado en APA 7).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por niveles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nivel 1 centrado y en negrita; nivel 2 al margen en negrita. Aplíquelos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Usar Estilos es lo que permite generar la tabla de contenido automática y que quede bien numerada.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Tablas y figuras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numeradas y con título arriba; la fuente va debajo. Cada una debe mencionarse en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página aparte, orden alfabético y sangría francesa.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práctico: copie su contenido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usando Pegar sin formato (Ctrl+Shift+V) para no arrastrar estilos viejos.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de APA 7 que más se repiten en los avances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suele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'Según (Pérez, 2022) la clasificación…'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narrativa con el apellido dentro del paréntesis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'Según Pérez (2022), la clasificación…'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'…reduce el tiempo (Pérez).'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sin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'…reduce el tiempo (Pérez, 2022).'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en el orden en que se leyeron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exige orden alfabético por apellido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alfabética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pegado como URL suelta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el formato de referencia completo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Título. Fuente. https://doi.org/…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larga entre comillas y sin página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textual exige número de página o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(Pérez, 2022, p. 45); si pasa de 40 palabras, va en bloque sin 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 citado en el texto y ausente en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huérfana: el lector no puede rastrear la fuente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del cuerpo aparece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Genere y corrija sus referencias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gratis, en el navegador y sin instalar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revisión final de coherencia: diez minutos bien invertidos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dar por cerrado, haga esta pasada corta con el documento abierto en pantalla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sin mirar más, escriba en un papel qué esperaría encontrar adentro.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¿coincide con lo que escribió en el papel? Si no, uno de los dos está 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alta: ¿sumados responden la pregunta? ¿sobra alguno?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del marco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¿aparecen ahí los mismos constructos de los objetivos?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metodológica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¿hay una fila por objetivo, sin métodos huérfanos?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¿cada bloque de ítems se conecta con alguna fila de la matriz?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cualquiera de los seis pasos dudó más de cinco segundos, ahí hay un pendiente que anotar.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lista de pendientes para TG3: su mejor regalo del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quedó en propuesto o a medias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esconde.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Esconderlo no lo desaparece: solo garantiza que en TG3 usted arranque a ciegas y perdiendo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imperativo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es una lista de acciones, no un diagnóstico.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'Aplicar la encuesta propuesta a los agentes' se ejecuta; 'falta lo de la encuesta'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pendiente lleva tres cosas: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necesita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poder hacerlo.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'qué necesita' es clave: permiso de la empresa, acceso al histórico, contacto de un experto. Eso se gestiona con anticipación.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Ordene la lista en el orden en que deberá ejecutarla en TG3, no en el orden en que se le fue ocurriendo.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la lista al final del documento o en un archivo aparte, pero que quede en el mismo lugar que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pendientes para TG3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Acción (en imperativo)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quedó pendiente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ejecutarla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Solicitar autorización formal a la empresa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 TG2 no hay trabajo de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Carta institucional y contacto del jefe de soporte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Exportar el histórico de tickets del último semestre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dato existe pero no se ha extraído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Acceso de consulta al sistema de mesa de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la encuesta propuesta a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instrumento se diseñó, no se aplicó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validado y consentimiento informado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Etiquetar la muestra de tickets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Requiere apoyo de agentes con experiencia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Acuerdo de dos agentes y criterios de etiquetado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Analizar tiempos con el plan de análisis del S08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datos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Hoja de cálculo en Google Sheets con los datos recogidos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Dependen del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del punto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Preparar sustentación y verificar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Corresponde al cierre de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final y herramienta institucional del campus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las dos primeras acciones son de gestión, no de escritura: son las que más demoran y las que casi nadie prevé.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espera en TG3 (para que no lo tome por sorpresa)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de campo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aplicar los instrumentos que hoy quedaron propuestos, con los permisos correspondientes.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Análisis de 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ejecutar el plan de análisis que ya escribió, sobre datos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y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capítulos nuevos. Los resultados presentan lo que salió; la discusión lo confronta con su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es donde el marco teórico se cobra: si está flojo, la discusión no tiene con qué dialogar.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Conclusiones y recomendaciones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responden la pregunta de forma explícita, sin inventar lo que los datos no dicen.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o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el proyecto lo contempla, con su documentación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Verificación antiplagio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herramienta institucional del campus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 y entrega al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Sustentación ante 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pitch de la sesión anterior es la semilla directa de esa defensa.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'Ya terminé el trabajo de grado.' No: terminó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avance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falta está en la lista de pendientes, y es la mitad del camino.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'Escondo las secciones que quedaron a medias.' Esconderlas se paga el próximo semestre con intereses. Hágalas explícitas en los pendientes.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'El antiplagio lo veo en TG3.' El hábito se cierra hoy: parafraseo propio y citas completas. Revisar al final es demasiado tarde para reescribir.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Entregar sin la Plantilla APA CUN aplicada no es un descuido menor: el formato institucional es parte de lo que se evalúa en el avance.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higiene académica, no amenaza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el documento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 antiplagio institucional del campus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que buscar servicios externos.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reporta como coincidencia casi nunca es copia deliberada: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citas mal hechas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perezoso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 no es cambiar 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entender la idea, cerrar la fuente y escribirla con su propia estructura.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terminar el párrafo la sintaxis del original sigue intacta, usted copió con otras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idea tomada de alguien lleva cita, aunque esté parafraseada. Solo lo que es de conocimiento general no se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citas textuales van entre comillas, con autor, año y página, y se usan con moderación.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construido a punta de citas textuales muestra lectura, pero no muestra criterio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esta semana con las referencias completas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lo que evita sorpresas el próximo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Parafraseo mal hecho vs. parafraseo correcto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Texto fuente (ficticio)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Parafraseo perezoso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Parafraseo correcto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'La clasificación manual de solicitudes incrementa el tiempo de respuesta en las mesas de servicio.'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'La clasificación manual de peticiones aumenta el tiempo de respuesta en las mesas de servicio.'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'Cuando las solicitudes se categorizan a mano, la mesa de servicio tarda más en responder (Pérez, 2022).'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'Los modelos supervisados requieren conjuntos etiquetados de calidad.'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'Los modelos supervisados necesitan conjuntos etiquetados de calidad.'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'Sin un conjunto de datos bien etiquetado, un modelo supervisado no alcanza un desempeño confiable (Gómez, 2021).'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parafraseo perezoso cambia palabras y conserva la estructura: es lo que la herramienta detecta y lo que un lector experto reconoce de inmediato.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la versión limpia y entregarla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guarde una copia con el nombre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Traslade su contenido sección por sección con Pegar sin formato (Ctrl+Shift+V) y aplique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contenido automática y actualícela al final de todos los cambios.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resaltados y comentarios de trabajo; lo que no se completó pasa a la lista de pendientes.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Cruce citas y referencias: recorra la lista final buscando cada apellido con Ctrl+F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formato APA 7 y ordene la lista alfabéticamente.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marque cada ítem; lo no marcado pasa a los pendientes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Descargue en PDF, nombre el archivo S11_CierreTG2_Apellido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gratuitas: Google Docs, la Plantilla APA CUN, ZoteroBib y CDigital. Nada que instalar.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Versión limpia, checklist y pendientes para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S11_CierreTG2_Apellido.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ítem por ítem y marque lo que está listo y lo que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limpia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avance: formato de la Plantilla APA CUN aplicado y referencias completas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imperativo, con por qué quedó pendiente y qué necesita para ejecutarlo.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documento se lee coherente de punta a punta; ningún ítem del checklist quedó sin marcar ni sin pasar a pendientes; cualquier persona que abra su lista sabe qué falta para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S11_CierreTG2_Apellido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documento está escrito sobre la Plantilla APA CUN y no sobre un archivo en blanco?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título describe lo que el documento realmente hace?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¿Los objetivos específicos siguen alineados con la pregunta y con la matriz metodológica?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¿Toda cita tiene referencia y toda referencia fue citada en el cuerpo?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resaltados, corchetes y comentarios de trabajo del documento final?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metodología está redactada en propuesto, sin verbos en pasado sobre datos?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lista de pendientes está en imperativo e incluye lo que necesito gestionar (permisos, accesos)?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¿Descargué el PDF, lo nombré S11_CierreTG2_Apellido y lo subí a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y puente 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ideas para llevarse: cerrar TG2 es dejar un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limpio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terminar el grado.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que nada quede a medias sin quedar marcado.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el puente: en TG3 usted retoma exactamente desde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a CDigital la versión limpia, el checklist recorrido y la lista de pendientes.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indicaciones de las sesiones de trabajo autónomo y de la entrega final del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el documento en su unidad personal y descargue una copia en PDF: no dependa de un solo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Llegaron al curso con un proyecto disperso y se van con un avance ordenado y con una ruta escrita. Eso era exactamente lo que TG2 debía lograr.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Nos vemos en Trabajo de Grado 3, retomando desde su propia lista de pendientes.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Cierre del avance · preparación para TG3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