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10 — SOCIALIZACIÓN DE AVANCES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Trabajo de Grado 2 — Modelos de Innovación (Ing. Sistemas)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10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Socialización de avances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Hoy no se escribe: hoy se cuenta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Cambiamos de modo. Durante todo el periodo hemos escrito; hoy cada uno va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hablar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su proyecto durante tres minutos.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Y va a dar y recibir retroalimentación de sus compañeros, con una fórmula concreta.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Por qué importa: en TG3 hay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sustentación ante jurados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Este es el primer ensayo con red.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Público amable, tiempo corto y consecuencias bajas. Quien practica hoy llega con ventaja el próximo semestre.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Además, contar el proyecto en voz alta es el mejor detector de incoherencias que existe.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Lo que usted no logra explicar en tres minutos, casi siempre es porque todavía no está claro en el documento.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Regla de oro para hoy, y anótela: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anotar todo, discutir nada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Salida esperada: guion de pitch de 3 minutos escrito y notas de retroalimentación de al menos dos pares.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es un pitch de avance y qué NO 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contar, en tres minutos, qué problema aborda, qué se preguntó, qué lleva y en qué necesita ayuda.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una versión hablada y comprimida: se dice lo esencial y se sacrifica el detalle sin culpa.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leer el documento en voz alta. Leer no comunica: quien escucha se pierde en la segunda frase.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 informe de todo lo que usted ha hecho. Nadie necesita saber cuántos artículos leyó.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una defensa: nadie lo está atacando. Es una consulta pública sobre su propio trabajo.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una presentación con veinte diapositivas: si usa apoyo visual, una pantalla basta.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Prueba rápida: si alguien que no conoce su proyecto puede repetir su pregunta después de escucharlo, el pitch funcionó.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estructura del pitch de 3 minutos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2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Bloque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Tiempo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dice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Error típico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Problema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~30 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dolor real, con contexto y con quién lo sufre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Empezar por definiciones teóricas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Pregunta y objetivos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~40 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pregunta literal y los objetivos específicos en una frase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Leer los objetivos textuales del documento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Avance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~70 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Qué lleva del marco y de la metodología propuesta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Contar el proceso en vez del resultado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Pedido de feedback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~40 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 qué punto exacto quiere ayuda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Cerrar con 'y eso es todo, gracias'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Tres minutos son 180 segundos. La suma de los cuatro bloques da 180: si un bloque se estira, otro se queda sin aire.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se arma el guion (no se improvisa)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Escriba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sola frase por bloque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Google Docs. Cuatro frases, no cuatro párrafos.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 guion largo se termina leyendo, y leer es exactamente lo que queremos evitar.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Empiece por el problema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 un dato o una escena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con una definición.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'La mesa de ayuda clasifica los tickets a mano' entra mejor que 'la gestión de servicios TI es un campo…'.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Diga su pregunta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literal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tal como está en el documento. Es la única frase que conviene memorizar.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 'avance' cuente lo 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tiene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lo que hizo: 'llevo tres constructos y la matriz metodológica completa'.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Cierre con un pedido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específico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'quiero saber si mi tercer constructo sobra', no 'acepto sugerencias'.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pedido vago produce feedback vago. Es responsabilidad de quien presenta.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Ensaye dos veces en voz alta con cronómetro antes de presentar. Sin cronómetro no hay ensayo, hay ilusión.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el pitch completo del caso 'mesa de ayuda'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Problema (30 s):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'En una empresa de servicios de Bogotá, la mesa de ayuda recibe cerca de doscientos tickets diarios y un agente los clasifica uno por uno, a mano. Esa clasificación manual retrasa la asignación y alarga la atención.'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Pregunta y objetivos (40 s):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'Mi pregunta es en qué medida un clasificador automático reduce el tiempo de atención. Tengo tres objetivos: caracterizar el flujo actual de tickets, diseñar el modelo de clasificación y comparar los tiempos de atención.'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Avance (70 s):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'Del marco llevo tres constructos: clasificación automática de texto, gestión de servicios de soporte y tiempo de ciclo. En metodología propongo un enfoque cuantitativo con alcance correlacional y diseño cuasiexperimental, con una matriz donde cada objetivo tiene su dato, su técnica y su análisis. El instrumento propuesto es un protocolo de prueba más una encuesta de diez ítems.'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Pedido (40 s):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'Lo que quiero de ustedes es concreto: mi tercer constructo, tiempo de ciclo, casi no lo uso en la metodología. Díganme si lo desarrollo más o si lo saco del marco.'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Total: tres minutos exactos, sin leer y sin una sola diapositiva.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Fíjense en lo que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dije: no conté cuántos artículos leí, no expliqué qué es aprendizaje supervisado y no pedí disculpas por lo que falta.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Copie esta estructura con su propio contenido. La estructura se presta; el contenido es suyo.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Feedback útil: fortaleza + pregunta + sugerencia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 buen comentario de par tiene tres partes y se dice en menos de un minuto.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Fortaleza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algo específico que funcionó. No 'está muy bien'; sí 'la pregunta se entendió a la primera'.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Pregunta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una duda genuina que revela un vacío. 'De dónde vas a sacar los tickets ya etiquetados?'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La pregunta suele ser lo más valioso: señala el punto flojo sin necesidad de señalarlo.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Sugerencia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una acción concreta que quien presenta puede ejecutar. 'Quita el tercer constructo si no lo usas en la metodología.'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Dos cosas que no son feedback: el aplauso ('quedó chévere') y el juicio ('no me gustó').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Ninguna de las dos le dice al compañero qué hacer el lunes siguiente.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Comente sobre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trabajo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nunca sobre la persona: 'el objetivo 2 no tiene método', no 'te faltó juicio'.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Feedback inútil vs. feedback accionable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37178"/>
                <a:gridCol w="3637178"/>
                <a:gridCol w="3637178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Lo que suele decirse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Por qué no ayuda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Versión accionable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'Está muy bien, felicitaciones.'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No indica qué conservar ni qué cambiar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'La pregunta quedó clarísima; la entendí sin que la repitieras.'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'No entendí nada.'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Devuelve el problema sin ubicarlo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'Me perdí cuando pasaste del marco al método: no vi la conexión.'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'Te faltó profundidad.'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Juicio general, imposible de ejecutar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'El tercer constructo solo tiene un párrafo; le faltan fuentes.'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'Yo lo haría distinto.'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Habla del que comenta, no del proyecto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'¿Consideraste medir también los tickets reabiertos?'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'Te pasaste del tiempo.'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Cierto, pero no aporta al contenido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'El bloque de avance se te llevó el tiempo del pedido; recórtalo.'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Regla del comentarista: si su comentario no puede convertirse en una tarea del compañero, todavía no está terminado.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Recibir retroalimentación sin defenderse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error clásico de quien presenta: rebatir cada comentario en el momento. 'No, es que usted no entendió, lo que pasa es que…'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Cuando usted se defiende, el grupo deja de darle comentarios. Y el que pierde es usted.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regla: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anote todo, discuta nada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Su única respuesta durante la ronda es 'gracias, anotado'.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Solo puede preguntar para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entender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el comentario, nunca para rebatirlo.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Anote textual, no interpretado: si escribe lo que usted cree que le quisieron decir, perdió el comentario.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Después, en frío, decida qué toma. No todo comentario debe aceptarse: usted es quien conoce el proyecto.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Deje registro de la decisión: comentario recibido, se toma o no se toma, y por qué.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Escuchar sin defenderse es una habilidad, no un rasgo de carácter. Se entrena hoy y se cobra en la sustentación de TG3.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observa quien escucha (guía de la ronda)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520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37178"/>
                <a:gridCol w="3637178"/>
                <a:gridCol w="3637178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Criterio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Señal de que va bien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Señal de alerta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Problema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entiende quién sufre el problema y por qué duele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Arranca con teoría o con definiciones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Pregunta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puede repetir después de oírla una vez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Hay que pedir que la repita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Objetivos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ve cómo suman para responder la pregunta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Aparece un objetivo que la pregunta no pidió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Avance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Dice qué tiene, con nombres concretos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Cuenta el proceso: 'estuve leyendo mucho…'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Pedido de feedback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Señala un punto exacto donde quiere ayuda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Cierra con 'acepto cualquier sugerencia'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Tiempo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Cierra dentro de los tres minutos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corta a mitad de frase por reloj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Cada quien escucha con esta guía a la vista: así el feedback sale específico y no toca improvisarlo.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en la socialización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'Leo el documento en voz alta.' Eso no es un pitch. Cierre el documento y cuente: problema, pregunta, avance, pedido.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'Discuto cada comentario que me hacen.' Anote y agradezca. Defenderse en caliente cierra la fuente de retroalimentación.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Pasarse del tiempo no es un detalle: en la sustentación de TG3 el reloj también corre, y lo que no dijo en el minuto tres ya no se dice.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en la socialización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Nada de lo que se comparte hoy es evaluación de sus compañeros: es práctica entre pares. La retroalimentación construye, no califica.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preparar y dar el pitch en el encuentro virtual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Google Docs cree S10_Socializacion_Apellido y escriba las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cuatro frases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del guion, una por bloque.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Ponga entre paréntesis el tiempo objetivo de cada bloque: (30 s), (40 s), (70 s), (40 s).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Abra un cronómetro en el navegador y ensaye en voz alta. La primera vez siempre se pasa: recorte, no hable más rápido.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Recorte del bloque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que es el que siempre se infla, no del pedido de feedback.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el encuentro, encienda cámara si puede: mirar a la gente cambia por completo cómo se recibe lo que dice.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Si comparte pantalla, comparta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sola ventana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su guion o su matriz. Nada de recorrer el documento.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Mientras escucha a los demás, escriba su feedback en el chat o en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Padlet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compartido para que quede registro.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8.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Al terminar, guarde las notas recibidas y suba el archivo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[URL CDigital — campus del curso pendiente].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Todo con herramientas gratuitas de navegador: Google Docs, cronómetro del navegador y Padlet para las notas compartidas.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funciona la ronda de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Trabajamos en ronda durante unos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20 minutos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con el cronómetro visible en pantalla.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Turno de cada estudiante: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3 minutos de pitch, sin interrupciones de nadie.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Al minuto 3 el Docente corta, aunque la frase quede a la mitad. El tiempo es parte del ejercicio.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Después del pitch: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dos compañeros dan feedback con la fórmula fortaleza + pregunta + sugerencia, un minuto cada uno.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Quien presentó: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solo escucha y anota. Su intervención permitida es 'gracias' o una pregunta para entender.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el grupo es grande, se hacen dos subgrupos y cada uno presenta ante sus pares mientras el Docente rota.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Al cerrar la ronda, cada quien dedica dos minutos a marcar en sus notas qué comentarios va a incorporar.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Pitch de 3 minutos y ronda de retroalimentación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Tiempo: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20 minutos en ronda, moderada por el Docente.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Archivo: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 documento en Google Docs llamado S10_Socializacion_Apellido.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Presente su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pitch de 3 minutos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la estructura problema → pregunta y objetivos → avance → pedido, con cronómetro a la vista.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Dé retroalimentación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al menos dos compañeros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la fórmula fortaleza + pregunta + sugerencia.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Registre en su documento el feedback que reciba, textual, y marque cuál va a incorporar y cuál no, con una razón.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 (verificable):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pitch cierra dentro de los 3 minutos; su documento tiene el guion de cuatro frases y notas de dos pares; ninguna nota dice solo 'está bien'.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suba S10_Socializacion_Apellido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[URL CDigital — campus del curso pendiente].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autoevaluación antes de entregar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¿Mi guion cabe en cuatro frases, una por bloque, y no en cuatro párrafos?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¿Dije mi pregunta literal, sin parafrasearla ni suavizarla?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¿Mi pedido de feedback señala un punto exacto y no un 'acepto sugerencias'?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¿Presenté dentro de los tres minutos sin que me tuvieran que cortar?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¿Di feedback a dos compañeros con fortaleza, pregunta y sugerencia concretas?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¿Anoté todos los comentarios textuales, sin discutir en el momento?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¿Marqué cuáles comentarios incorporo, cuáles no, y por qué?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¿Subí el archivo a CDigital con el guion y las notas recibidas?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 (trabajo autónomo)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Suba S10_Socializacion_Apellido con el guion de pitch y las notas de retroalimentación recibidas.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Incorpore al documento las sugerencias que decidió tomar; deje registrada en una línea la razón de las que descartó.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Grábese dando el pitch con el celular y véase una vez: la mayoría descubre que habla demasiado rápido al comienzo.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Guarde el guion: es la base directa de la sustentación de TG3, solo que allá tendrá resultados que contar.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Próxima sesión, la última sincrónica: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cerramos el avance de TG2 y armamos el puente hacia TG3.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Llegue con el documento consolidado y con la lista de lo que le quedó a medias: eso se convierte en su plan del próximo semestre.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10: Socialización de avances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