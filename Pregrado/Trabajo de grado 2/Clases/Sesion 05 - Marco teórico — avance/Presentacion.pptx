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MARCO TEÓRICO — AVANCE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teórico — avance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sección donde más se rellena por miedo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marco teórico es la sección más larga del avance y, casi siempre, la más floja.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Razón: se escribe con miedo a "quedar corto", y el miedo se llena con definiciones que nadie pidió.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Resultado típico: ocho páginas donde el lector no encuentra ninguna idea que sirva para responder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evaluador detecta el relleno en un minuto: busca si cada párrafo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la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día: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cita debe trabajar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una cita no ayuda a responder la pregunta, sobra —por prestigioso que sea el autor—.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se sale con dos productos: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 de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a dos páginas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marco donde cada párrafo cierra conectando con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Insumos sobre la mesa: la pregunta de la sesión 02 y las cuatro fichas de antecedentes de la sesión 04.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—y qué no es— el marco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conjunto de teorías, modelos y conceptos que hacen falta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entender y responder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el lente con el que usted mira el problema; sin lente, todo lo que vea después es opinión.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collage de definiciones bonitas encontradas en internet.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resumen de los antecedentes: esos ya se hicieron y son estudios previos, no teoría.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de libro de texto: no hay que explicar el área entera, solo lo que su pregunta exige.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necesidad, párrafo por párrafo: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"¿qué parte de mi pregunta ilumina esto?"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es "ninguna", se borra sin negociar.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es "la palabra X de mi pregunta", entonces ese párrafo tiene lugar y se queda.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Cita que trabaja frente a cita que adorna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581"/>
                <a:gridCol w="2659113"/>
                <a:gridCol w="5134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Párrafo que adorna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Párrafo que trabaja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"Según la RAE, un algoritmo es un conjunto ordenado de operaciones."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Definición general que no cambia nada en el proyecto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clasificación supervisada asigna categorías a partir de ejemplos etiquetados (Autor, 2023); en este proyecto, esos ejemplos son el histórico de tickets ya categorizados."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inteligencia artificial ha revolucionado el mundo moderno."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Afirmación de relleno, sin fuente ni consecuencia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desempeño de estos modelos depende del balance entre categorías (Autor, 2022), lo que anticipa un problema con las categorías poco frecuentes de la empresa X."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"Existen muchos tipos de aprendizaje automático: supervisado, no supervisado…"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Enumeración de catálogo: no elige ninguno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"Se opta por el enfoque supervisado porque el área ya cuenta con categorías definidas por los analistas (Autor, 2021)."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 del párrafo que trabaja: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idea del autor + cita + para qué me sirve en MI proyecto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Las tres partes, siempre.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constructo: la unidad con la que se arma el 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 concepto clave que aparece en su pregunta y que necesita explicación teórica para entenderse.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extraen, en dos minutos: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su pregunta en una línea.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Subraye los sustantivos técnicos, no las palabras de relleno.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Agrupe los sinónimos: si "modelo" y "clasificador" apuntan a lo mismo, es un solo constructo.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la pregunta de los tickets quedan tres: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clasificación supervisada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gestión de mesa de ayuda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atención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marco se ordena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cada uno, qué dicen las fuentes y para qué lo necesito.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Nunca por autor ("Pérez dice… López dice…") ni por orden cronológico: eso produce un listado, no un argumento.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 constructos del caso de los tickets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807"/>
                <a:gridCol w="1558790"/>
                <a:gridCol w="3300968"/>
                <a:gridCol w="330096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Constructo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Cuántas fuentes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lo necesito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conecta con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Clasificación supervisada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 o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Fundamenta el método que se propone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específico de diseñar el modelo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Gestión de mesa de ayuda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o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 el proceso donde vive el 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de caracterizar el flujo actual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o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Define la variable que se va a medir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de comparar tiempos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Este mapa se hace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escribir un solo párrafo. Es el esqueleto del marco: sin él se escribe a ciegas.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de los tres constructos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constructos bien desarrollados valen más que ocho superficiales.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avance no hay espacio para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le salen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ocho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el problema no es el marco: es que la pregunta quedó sin delimitar. Vuelva a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le salen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menos de 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pregunta es demasiado sencilla o falta precisión técnica en su redacción.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Extensión razonable por constructo: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 cuatro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uno con al menos una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constructo se cierra con una frase de enlace hacia la pregunta: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"Esta noción es la que permite, en el presente proyecto, definir qué se considerará una clasificación correcta."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 sugerido de presentación: del constructo más general al más específico de su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final: si borra un constructo y la pregunta se sigue entendiendo completa, ese constructo sobraba.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párrafo de marco, escrito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clasificación supervisada.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"La clasificación supervisada es una tarea de aprendizaje automático en la que un modelo aprende a asignar categorías a partir de ejemplos previamente etiquetados (Autor, 2023). A diferencia de los enfoques no supervisados, requiere un histórico ya categorizado, condición que la mesa de ayuda de la empresa X cumple porque los analistas asignan una categoría a cada ticket."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"Diversos trabajos reportan que el desempeño de estos modelos desciende cuando las categorías están desbalanceadas (Autor, 2022), es decir, cuando unas pocas concentran la mayoría de los registros.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este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esa advertencia obliga a revisar la distribución de categorías antes de proponer el modelo."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Anatomía de lo anterior: cada oración con su idea y su cita; la última frase amarra la teoría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Ninguna oración está ahí para llenar espacio: las dos hacen avanzar el argumento.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Observe también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hay resultados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marco discute teoría, no hallazgos propios.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Repita esta misma estructura con los otros dos constructos y el marco queda armado.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Parafrasear, citar textual y copiar: no son lo mismo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807"/>
                <a:gridCol w="5134840"/>
                <a:gridCol w="302588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Modo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usa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Paráfrasis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(lo normal)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lee, se cierra la fuente y se escribe con palabras propias + (Autor, año)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el 90 % del 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Cita textual corta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Frase entre comillas + (Autor, año, p. 45)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para definiciones clave que no conviene reformular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Cita en bloque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 palabras o más: párrafo aparte, con sangría y sin comillas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Excepcional; una en todo el avance ya es mucho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Copiar sin citar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existe como opción: es plagio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Nunca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Técnica infalible para parafrasear: lea,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cierre la pestaña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escriba de memoria. Si no puede escribirlo sin mirar, no lo entendió todavía.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Citar en el texto en APA 7: los cuatro casos que va a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 entre paréntesis: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"…el desempeño desciende con categorías desbalanceadas (Ramírez, 2022)."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 narrativa: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"Ramírez (2022) reporta que el desempeño desciende…"  → úsela cuando el autor importa.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autores: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siempre los dos, unidos por "y" en el texto: Ramírez y Gómez (2022).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 más autores: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primer apellido seguido de et al. desde la primera vez: Ramírez et al. (2022).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textual: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comillas y el número de página son obligatorios: (Ramírez, 2022, p. 45).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citado en el texto debe aparecer en Referencias, y todo lo que está en Referencias debe estar citado.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referencia que nadie citó es una alarma: parece bibliografía inflada.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Genere cada entrada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con estilo APA 7 y revísela a mano antes de pegarla.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"Copio párrafos y después veo si cito."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Eso es plagio, y el hábito se corrige ahora: en el trabajo final hay verificación antiplagio institucional.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marco es pegar todas las definiciones que encuentre."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Cada cita debe ayudar a responder la pregunta. Si no lo hace, se borra.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"Organizo el marco autor por autor."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Organícelo por constructos: para cada concepto clave, qué dicen las fuentes y para qué lo necesita.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"Tengo siete constructos."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Se dispersó. Vuelva a la pregunta y quédese con los tres conceptos centrales; el resto no es marco, es antojo.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del mapa al párrafo, en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su pregunta en la parte superior del documento y subraye los sustantivos técnicos.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póngalos como subtítulos con el estilo Título 2 de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la tabla del mapa: constructo → fuentes → para qué lo necesito (Insertar → Tabla, 3 columnas).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constructo por separado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tema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Buscar "clasificación supervisada" y "gestión de mesa de ayuda" por aparte trae fuentes precisas; buscar todo junto trae ruido.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 la tabla con dos o tres fuentes por constructo antes de redactar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cada fila en párrafos: idea + cita + frase de conexión con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las referencias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revíselas y péguelas en la sección Referencias en orden alfabético.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 opcional para visualizar el mapa: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Excalidraw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tldraw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gratis y en el navegador.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20 minutos para dejar el marco arrancado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`S05_MarcoTeorico_Apellido`: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Defina sus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partir de la pregunta, subrayándolos en ella.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Arme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mapa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constructo → fuentes → para qué lo necesito.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Redacte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a dos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marco, parafraseando y citando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cada constructo con una frase que lo conecte con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minutos; el Docente revisa constructo por constructo y corrige paráfrasis dudosas.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todo párrafo tiene al menos una cita y termina conectando con la pregunta; no queda ninguna definición suelta.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Autocontrol rápido: cuente los párrafos sin cita. Deben ser cero.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antes de subir el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constructos son exactamente tres y todos aparecen en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mapa está completo: cada constructo tiene fuentes y una razón de uso.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marco está organizado por constructo, no por autor ni por fecha.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párrafo tiene al menos una cita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Ninguna frase quedó igual a la del autor sin comillas y sin página.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constructo cierra con una frase que lo conecta con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Toda referencia citada está en la lista, y toda la lista está citada.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archivo se llama `S05_MarcoTeorico_Apellido`.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`S05_MarcoTeorico_Apellido`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mapa y el avance de marco.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 el tercer constructo hasta dejarlo con dos párrafos citados.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relea el marco buscando párrafos sin cita y decida: o los cita, o los borra.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los cuatro términos que su marco usa todo el tiempo sin haberlos definido: son el insumo de la próxima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cierra el marco referencial con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conceptual y lo contextual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definiciones operativas y el escenario real, acotado.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esa lista de términos: se convierte directo en la tabla de definiciones.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Marco teórico — avance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