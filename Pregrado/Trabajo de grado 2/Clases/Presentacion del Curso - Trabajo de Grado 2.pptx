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2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94453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22 de noviembre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Lunes, 5:00 pm – 6:00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54448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lunes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⚠️ Syllabus SIAC pendiente — contenido orientativo.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estado actual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proyecto (1 frase) + expectativa de TG2.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Espacio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(pregrado): avance consolidado del proyecto/artículo antes de la culminación en Trabajo de Grado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rige por el instructivo AFI de Especializaciones (Proyecto I/II).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Enfoque: formulación y desarrollo metodológico del trabajo, con acompañamiento semanal de 1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de referencia: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DEL PERIODO (A CONFIRMAR CON EL 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Retomar / delimitar el proyecto proveniente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Consolidar planteamiento, pregunta, objetivos y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Avanzar el diseño metodológico (aún con énfasis en lo propuesto / documentado).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documento listo para la fase de culminación y sustentación en Trabajo de Grado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Pregunta, objetivos y título provisional.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Estructura del documento / artículo de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Antecedentes y referentes (Fase I).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teórico —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conceptual y contextual.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Diseño metodológico (propuesto).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Instrumentos y plan de análisis (propuestos).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Integración del avance · correcciones.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Socialización de avances.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Cierre del avance · preparación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(ART. 52) — ORIENTATIVA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22/11/2026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30%*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07/09/2026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14/09/2026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05/10/2026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*Pesos típicos Art. 52 (30/30/40). CONFIRMAR en Syllabus/CDigital. Enunciados: Clases/Recursos/ACAs/. Fechas = día de clase (lun). Recepción máx.: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pesos orientativos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30% / 30% /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hasta cargar Syllabus SIAC de TG2 (confirmar en CDigital).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Lunes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(guía/actividad en el CDigital), no se pierde el hilo del proyecto.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Hasta cargar el Syllabus SIAC, cualquier detalle de rubrica/pesos se verifica en el aula virtual.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2]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(archivo local): `Cursos/Plantilla_APA_CUN_Proyecto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URL pública Plantilla APA: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[URL Drive/Moodle de la Plantilla APA CUN —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Siguiente eslabón: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de Grado 3 (sustentación ante jurados + repositorio).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Llega con el estado actual de tu proyecto (aunque esté incompleto).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94453 ·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