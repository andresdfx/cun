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proyecto (1 frase) + expectativa de TG2.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(ART. 52) — ORIENTATIVA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30%*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07/09/2026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*Pesos típicos Art. 52 (30/30/40). CONFIRMAR en Syllabus/CDigital. Enunciados: Clases/Recursos/ACAs/. Fechas = día de clase (lun). Recepción máx.: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pesos orientativos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hasta cargar Syllabus SIAC de TG2 (confirmar en CDigital).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(guía/actividad en el CDigital), no se pierde el hilo del proyecto.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