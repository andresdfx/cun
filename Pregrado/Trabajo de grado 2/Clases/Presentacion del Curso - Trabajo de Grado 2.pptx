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TRABAJO DE GRADO 2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Modelos de Innovación — Ingeniería de Sistemas · Código 94453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22 de noviembre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54448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BLOQUE UNICO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lunes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⚠️ Syllabus SIAC pendiente — contenido orientativo.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ROMPEHIELOS — DOS VERDADES Y UNA MENTIRA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Dos verdades y una mentira · Slido · 8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Entra a slido.com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escribe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el Docente pega en el chat del Meet. Sin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juego: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«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verdades y una mentira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» sobre el Docente. Se proyectan tres frases suyas y votas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cuál de las tres NO es cierta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acertar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 entre 3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así que arrancamos todos iguales.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rondas (~4 min).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cerrar cada una el Docente revela la mentira y cuenta la historia de la verdad más rara: ahí queda hecha su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Ronda final (~2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sale la tabla de posiciones y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primeros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toman el micrófono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dos verdades y una mentira. Gana quien engañe a más gente. Hablan tres, no 50.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Premio: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revisión 1 a 1 con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avance del ganador, antes de la primera entrega.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Las preguntas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toda la sesión van por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mismo Slido.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7433"/>
                </a:solidFill>
                <a:latin typeface="Calibri"/>
              </a:rPr>
              <a:t>slido.com</a:t>
            </a:r>
          </a:p>
          <a:p>
            <a:pPr algn="ctr">
              <a:spcBef>
                <a:spcPts val="1400"/>
              </a:spcBef>
            </a:pPr>
            <a:r>
              <a:rPr sz="1300" b="0" i="0">
                <a:solidFill>
                  <a:srgbClr val="0C2340"/>
                </a:solidFill>
                <a:latin typeface="Calibri"/>
              </a:rPr>
              <a:t>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 te lo pega el Docente en 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chat del Meet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Slido — evento del rompehielos pendiente · TRABAJO DE GRADO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TRABAJO DE GRADO 2?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Espacio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(pregrado): avance consolidado del proyecto/artículo antes de la culminación en Trabajo de Grado 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rige por el instructivo AFI de Especializaciones (Proyecto I/II).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Enfoque: formulación y desarrollo metodológico del trabajo, con acompañamiento semanal de 1 hora.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Formato de referencia: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ENFOQUE DEL PERIODO (A CONFIRMAR CON EL SYLLABUS)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Retomar / delimitar el proyecto proveniente de semestres anteriores.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Consolidar planteamiento, pregunta, objetivos y marco referencial.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Avanzar el diseño metodológico (aún con énfasis en lo propuesto / documentado).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Dejar el documento listo para la fase de culminación y sustentación en Trabajo de Grado 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Pregunta, objetivos y título provisional.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Estructura del documento / artículo de avance.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Antecedentes y referentes (Fase I).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Marco teórico — avance.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Marco conceptual y contextual.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Diseño metodológico (propuesto).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8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Instrumentos y plan de análisis (propuestos).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9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Integración del avance · correcciones.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Socialización de avances.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Cierre del avance · preparación para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22/11/2026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24/08/2026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14/09/2026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21/09/2026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05/10/2026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06/10/2026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22/11/2026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30% = Quiz 1 6% + Parcial 1 24% · Corte 2 30% = Quiz 2 9% + Parcial 2 21% · Corte 3 40% = ACA Final 32,8% + Quiz 3 4% + Autoevaluación 1,6% + Coevaluación 1,6% — libro de calificaciones de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Quices y parciales: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cuestionarios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que cierran en día de clase (lun).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(tarea/documento) cierra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14/11/2026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Enunciados: Clases/Recursos/ACAs/. Recepción máx. de trabajos: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14/11/2026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CALIFICA — LOS ÍTEMS DEL AULA (CDIGITAL)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(CDigital) · cortes 30% / 30% / 40%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1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0931"/>
                <a:gridCol w="1448433"/>
                <a:gridCol w="1448433"/>
                <a:gridCol w="1351871"/>
                <a:gridCol w="4441863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 del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31/08/2026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14/09/2026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28/09/2026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05/10/2026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14/11/2026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26/10/2026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22/11/2026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22/11/2026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tomados del libro de calificaciones del aula (sigue sin cargarse el Syllabus SIAC de TG2).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corte se compone de ítems concretos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nombre exacto, tipo de actividad, peso y cierre: en la tabla «CÓMO SE CALIFICA» de esta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 (1,6%, cuestionario)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 (1,6%, foro)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hacen parte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la nota de este curso: van en el tercer corte y se diligencian/participan en el aula.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son cuestionarios en CDigital y cierran en día de clase;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tarea (documento) y cierra en la fecha máxima de recepción.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un peso o una ventana del aula no coincide con este material,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manda 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corrige aquí y se avisa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 El Meet es el mismo enlace para toda la serie.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Lunes festivo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se pierde el hilo del proyecto: la actividad y el material quedan en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carpeta de esa sesión en el Drive de clases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(`Clases/Sesion NN - …/`); la entrega y la nota siguen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Hasta cargar el Syllabus SIAC, cualquier detalle de rubrica/pesos se verifica en el aula virtual.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https://cdigital.cun.edu.co/course/view.php?id=129268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Trabajo de Grado 2]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Material de clases (Drive):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Material de clases — carpeta Clases/ en Drive · Trabajo de Grado 2]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aquí está el material de cada sesión, incluida la de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Siguiente eslabón: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de Grado 3 (sustentación ante jurados + repositorio).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Lunes,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Llega con el estado actual de tu proyecto (aunque esté incompleto).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94453 · 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