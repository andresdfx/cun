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07 — DISEÑO METODOLÓGICO (PROPUESTO)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Diseño metodológico (propuesto)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Del 'qué' al 'cómo': hoy se decide la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tienen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qué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problema, pregunta, objetivos y marco. Falta lo primero que pregunta un jurado: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¿y cómo lo va a responder?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Un marco impecable con una metodología floja no sostiene un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Caso que usaremos toda la sesión: una empresa de servicios de Bogotá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clasifica a mano los tickets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mesa de ayuda y la atención se demora.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Pregunta del proyecto: ¿en qué medida un clasificador automático reduce el tiempo de atención de los tickets?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 metodológico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el plan para conseguir y analizar la evidencia que responde esa pregunta.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Regla que atraviesa toda la sesión: en TG2 la metodología se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propone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; el trabajo de campo es de TG3.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Hoy se escribe 'se propone', 'se aplicará', 'se seleccionará'. Nunca 'se aplicó'.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Salida esperada de hoy: una ficha metodológica (enfoque + alcance + diseño) y una matriz pregunta–método completa.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Qué es y qué NO es el diseño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cadena de decisiones que conecta la pregunta con la evidencia: enfoque → alcance → diseño → población/datos → técnicas.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Cada eslabón se justifica por el anterior: nada se elige 'porque sí' ni 'porque así lo hizo el compañero'.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capítulo copiado de un libro de metodología con las definiciones de manual.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Transcribir qué es 'enfoque cuantitativo' sin decir por qué el suyo lo es no es metodología: es relleno.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el cronograma, ni la lista de programas que piensa usar.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promesa de resultados: 'se demostrará que el modelo mejora el proceso' prejuzga lo que aún no se mide.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Prueba de calidad: alguien que lea su metodología debería poder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repetir su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sin llamarlo a usted.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cinco decisiones encadenadas de la metodología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Decisión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resuelve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Opciones típicas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la determina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¿Mido o interpreto?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Cuantitativo · cualitativo · mixto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forma de su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Alcance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¿Qué tanto se sabe ya?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Exploratorio · descriptivo · correlacional · explicativo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 que encontró en antecedentes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Diseño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¿Intervengo o solo observo?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Experimental · cuasiexperimental · no experimental · estudio de caso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 puede o no manipular variables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Población / datos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¿Sobre qué o quiénes?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Personas, procesos, registros, logs, documentos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unidad de análisis de la 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Técnicas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¿Con qué recojo la evidencia?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Encuesta, entrevista, observación, prueba de sistema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tipo de dato que necesita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Se leen de arriba abajo: si usted cambia el enfoque, cambian obligatoriamente las cuatro filas siguientes.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Cuantitativo, cualitativo o mixto: cómo elegir sin adivinar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Cuantitativo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Cualitativo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Mixto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Forma de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¿Cuánto? ¿en qué medida? ¿hay diferencia?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¿Cómo? ¿por qué? ¿qué significa para ellos?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Las dos preguntas conviven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Dato que produce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Números, métricas, conteos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Textos, relatos, observaciones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Números + texto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Técnica típica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Encuesta cerrada, log del sistema, prueba de rendimiento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Entrevista semiestructurada, grupo focal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Encuesta + entrevista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Análisis típico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Descriptiva, comparación de medias, correlación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Codificación y análisis temático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Triangulación de ambas fuentes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el caso de la mesa de ayuda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Comparar minutos de atención antes y después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Entender por qué los agentes desconfían del clasificador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Medir tiempos y además entrevistar agentes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su pregunta dice 'en qué medida', ya es cuantitativa. El enfoque sale de la pregunta, no de la comodidad ni de la moda.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El alcance: hasta dónde llega lo que usted promete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Exploratorio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el tema casi no se ha estudiado; usted abre camino y no promete conclusiones firmes.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Señal de que es el suyo: en la búsqueda de antecedentes encontró muy poco y disperso.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Descriptivo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caracteriza cómo se comporta algo, sin buscar causas.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'Caracterizar el flujo actual de tickets de la mesa de ayuda' es descriptivo, y está bien que lo sea.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Correlacional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mide si dos variables se mueven juntas, sin afirmar que una causa la otra.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'Relación entre el volumen diario de tickets y el tiempo de respuesta'.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Explicativo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busca causa-efecto y exige controlar otras variables.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Decir 'el clasificador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reduce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el tiempo' es una afirmación explicativa: prepárese a defenderla.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alcance sube de nivel con lo que ya se sabe: nadie puede explicar lo que todavía nadie ha descrito.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Diseño, población y unidad de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experimental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se observa el fenómeno tal como ocurre, sin intervenir. Es lo más común en avances de pregrado.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Cuasiexperimental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hay medición antes y después, pero los grupos no se asignan al azar.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caso de los tickets encaja aquí: se compararían tiempos antes y después del clasificador propuesto.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Estudio de caso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sola unidad estudiada a fondo — una empresa, un área, un sistema.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todo el conjunto sobre el que quiere concluir (por ejemplo, los tickets del último año).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Muestra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la parte que se analizará, con criterio explícito de selección.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Escriba el criterio, no un número mágico: 'se propone tomar los tickets del último semestre por disponibilidad del histórico'.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qué es exactamente un caso — ¿un ticket? ¿un agente? ¿un día de operación?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matriz pregunta–método: la herramienta del día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Una fila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objetivo específico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Al frente, tres columnas: qué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dato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necesito, cómo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cómo lo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analizo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Sirve para ver de un vistazo dos fallas que en prosa no se notan: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Objetivo huérfano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un objetivo sin método. Lo prometió y no dijo cómo lo cumple.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 huérfano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una técnica que no responde a ningún objetivo. Sobra, y hace ruido en la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llena de izquierda a derecha y se verifica leyéndola de derecha a izquierda.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Se arma en una tabla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(Insertar → Tabla → 4 columnas): gratis, en la nube y editable desde cualquier equipo.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Arreglar una incoherencia aquí cuesta veinte minutos; arreglarla en TG3 puede costarle un semestre.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matriz del caso 'mesa de ayuda'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2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Objetivo específico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Dato que necesito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consigo (propuesto)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analizo (propuesto)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1. Caracterizar el flujo actual de tickets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Histórico con hora de apertura y cierre de cada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exportará el histórico del sistema de mesa de ayuda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Estadística descriptiva: promedio y dispersión de minutos por ticket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2. Diseñar el modelo de clasificación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Conjunto de tickets etiquetados por categoría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etiquetará una muestra del histórico con apoyo de dos agentes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Entrenamiento supervisado y medición de exactitud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3. Comparar el tiempo de atención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Tiempos de atención antes y después del modelo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registrarán los tiempos en una prueba controlada propuesta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Comparación de medias entre los dos momentos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8404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Tres objetivos, tres métodos, ninguno suelto. Y todos los verbos en futuro: es una propuesta, no un informe de resultados.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escribe en 'propuesto': antes y después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'Se aplicó una encuesta a los agentes y se obtuvo un nivel alto de satisfacción.'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Bien: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'Se propone aplicar una encuesta a los agentes de la mesa de ayuda; la satisfacción se medirá en escala de 1 a 5.'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Mal: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'El modelo demostró que reduce el tiempo de atención.'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Bien: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'Se comparará el tiempo de atención antes y después con el fin de establecer si existe reducción.'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Verbos que sí puede usar en TG2: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propone, se aplicará, se seleccionará, se registrará, se analizará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Haga Ctrl+F en su documento y busque 'se aplicó', 'se obtuvo', 'demostró': casi siempre es una promesa que no puede sostener.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Corregirlo no es cosmético: define en qué fase del trabajo de grado está usted parado.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 lector que encuentra resultados en un avance de TG2 concluye que el estudiante no entendió la fase en la que 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proponer la metodología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'Elijo enfoque cualitativo porque suena más fácil.' Se elige por la pregunta, no por comodidad. Pregúntese si su pregunta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mide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interpreta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eso decide.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'Tengo un método, pero no sé a qué objetivo responde.' Es un método huérfano: o lo conecta con un objetivo en la matriz, o lo elimina del documento.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Enfoque, alcance y diseño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son sinónimos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el enfoque dice si mide o interpreta; el alcance, qué tanto se sabe ya; el diseño, si manipula variables o solo observa.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al proponer la metodología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TG2 la metodología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propone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no se recogen datos, no se entrevista a nadie, no se corren pruebas de campo. La aplicación real es de TG3.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armar su ficha metodológica en Google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Abra su documento de avance y cree la sección 'Diseño metodológico (propuesto)' con Estilos → Título 1.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Pegue arriba su pregunta y sus objetivos: serán su control de coherencia mientras escribe.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enfoque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una línea de justificación que empiece literalmente con 'porque la pregunta…'.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alcance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con justificación anclada a lo que encontró en antecedentes.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población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muestra propuesta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unidad de análisis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cada uno en un párrafo corto.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Inserte una tabla de 4 columnas y llene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fila por objetivo específico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Revise con Ctrl+F los verbos en pasado y páselos a futuro o a 'se propone'.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al espacio de la sesión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Todo con herramientas gratuitas de navegador: Google Docs, Google Scholar, SciELO, Redalyc y ZoteroBib (zbib.org).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buscar un referente metodológico y citarlo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(scholar.google.com); no requiere instalar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Busque por método, no por tema: 'clasificación automática de tickets soporte metodología'.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Filtre por los últimos cinco años y abra dos o tres artículos de acceso libre.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el texto está de pago, búsquelo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SciELO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Redalyc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que son abiertos.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Vaya directo a la sección de metodología y anote tres cosas: enfoque, técnica de recolección y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Copie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método, jamás el texto: reescríbalo con los datos de su propio caso.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Genere la referencia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ZoteroBib (zbib.org)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pegue el DOI o el enlace, elija APA 7 y copie.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Cítela justo donde justifica su decisión: '…enfoque cuantitativo, coherente con lo propuesto por Autor (2023)'.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Ficha metodológica y matriz de coherencia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Tiempo: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20 minutos de trabajo individual, con acompañamiento del Docente.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Archivo: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 documento en Google Docs llamado S07_Metodologia_Apellido.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1.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Defina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enfoque, alcance y diseño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cada uno con una línea de justificación que empiece con 'porque'.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2.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Arme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matriz pregunta–método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una fila por objetivo específico, con dato / técnica / análisis.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3.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Redacte todo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propuesto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ni un verbo en pasado referido a datos.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(verificable):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todos sus objetivos específicos tienen fila; ninguna técnica queda huérfana; Ctrl+F de 'se aplicó' y 'se obtuvo' devuelve cero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S07_Metodologia_Apellido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autoevaluación antes de entregar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¿Mi enfoque se justifica con la forma de mi pregunta y no con mi comodidad?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alcance que declaro corresponde a lo que realmente hallé en antecedentes?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¿Definí población, muestra propuesta y unidad de análisis, o hablé solo en general?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¿Cada objetivo específico aparece como una fila de la matriz?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¿Cada técnica de la matriz responde a algún objetivo concreto?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¿Todos los verbos sobre datos están en futuro o en 'se propone'?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¿Cité al menos un referente metodológico en APA 7, con su referencia completa al final?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¿El archivo quedó nombrado S07_Metodologia_Apellido y cargado en CDigital?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(trabajo autónomo)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Termine y suba S07_Metodologia_Apellido con la ficha y la matriz completas.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Verifique que la matriz no contradiga sus objetivos ya escritos: si chocan, ajuste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los 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no solo uno.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Lea la metodología de un artículo de su área y subraye cómo justifican cada decisión: esa forma de argumentar es la que se imita.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Deje anotado en el documento aquello que todavía no sabe cómo medir: será materia prima de la próxima sesión.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bajamos la metodología a lo concreto —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instrumentos y plan de análisis propuestos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Traiga la matriz abierta: cada celda de 'dato que necesito' se convertirá en ítems del instrumento.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07: Diseño metodológico (propuesto)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