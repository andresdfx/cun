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INTEGRACIÓN DEL AVANCE · CORRECCIONES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Integración del avance · correcciones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Buenas secciones no hacen un buen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escribimos por partes: una semana el problema, otra el marco, otra la metodología.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riesgo es conocido: cada sección se ve decente y el documento completo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cuenta una sola historia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y frecuente: el problema habla de tiempos de atención, el marco desarrolla teoría de gestión del cambio y la metodología mide exactitud de un modelo.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Tres secciones bien escritas, tres proyectos distintos en el mismo archivo.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no hay tema nuevo: hoy es sesión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costura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Se lee todo de corrido y se cose lo que no encaja.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herramientas: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 por sección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ver el estado real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convertirlo en acciones.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un criterio duro que va a guiar toda la sesión: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coherencia antes que pulido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semáforo diligenciado, matriz de gaps priorizada y el gap más grave ya empezado.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coherencia global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 global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que cada sección exista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causa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anterior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siguiente.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problema justifica la pregunta; la pregunta genera los objetivos; el marco da el lenguaje para responderla; la metodología dice cómo.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ortografía, ni redacción bonita, ni cantidad de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todas las secciones existan: existir y encajar son cosas diferentes.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tres preguntas de verificación de hoy,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1) ¿El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responde a mi pregunta o desarrolla temas que nunca vuelvo a usar?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2) ¿Los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siguen siendo los mismos que dice el título y el planteamiento?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3) ¿La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responde a esos objetivos, uno por uno?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se rompe, ahí hay trabajo real, y no se arregla cambiando comas.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cadenas de coherencia y su síntoma cuando se rompen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Eslabón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verificación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Síntoma de ruptura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 →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 pregunta apunta al dolor descrito?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problema habla de costos y la pregunta habla de satisfacción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→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¿Los objetivos, sumados, responden la pregunta?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Sobra un objetivo que la pregunta nunca pidió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→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¿Cada concepto clave de los objetivos está en el marco?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constructo en los objetivos que el marco no define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→ Metodología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¿Las variables del marco son las que se van a medir?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marco define tres variables y la metodología mide otra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→ Matriz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¿Cada objetivo tiene su fila con dato, técnica y análisis?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objetivo sin método, o un método sin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Todo →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título describe lo que realmente hace el documento?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promete un modelo y el documento solo caracteriza un 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Recorra la tabla de arriba abajo con su documento abierto. Cada síntoma detectado es una fila de su matriz de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lee un documento propio de corrido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Leerlo como lo escribió no sirve: usted completa mentalmente lo que falta. Hay que leerlo de otra manera.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1 — Lectura de títulos.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solo los títulos y subtítulos en orden. ¿Se entiende el proyecto? Si no, la estructura falla, no la redacción.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2 — Primera frase de cada párrafo.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Léalas seguidas: deberían formar un resumen razonable del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hacerlo aparecen saltos bruscos, ahí faltan párrafos de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3 — Lectura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no se puede leer en voz alta sin trabarse casi siempre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4 — Prueba del extraño.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Pásele el documento a alguien que no sepa del tema y pídale que le diga en una frase qué está haciendo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le devuelve algo distinto de su pregunta, el documento no está comunicando lo que usted cree.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de corrido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corregir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marque con color. Corregir mientras lee hace perder la visión de conjunto.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semáforo por sección: criterios, no sensaciones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sección está completa, es coherente con el resto y está citada. No requiere trabajo estructural.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Amarillo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existe y se entiende, pero le falta algo concreto y nombrable: un constructo, una justificación, dos referencias.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falta, está a medias o contradice otra sección. Es lo que hunde el avance si no se atiende.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semáforo obliga a decidir con un criterio, no con el ánimo del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Trampa frecuente: pintar todo verde para sentirse bien. El semáforo solo sirve si es honesto.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Trampa opuesta: pintar todo rojo por perfeccionismo, y entonces no se sabe por dónde empezar.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hace en una tabla de tres columnas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sección, color, qué le falta exactamente.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Use el color de fondo de celda (Formato → Tabla) para verlo de un vistazo.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semáforo del avance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y planteamiento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Nada estructural; revisar solo redacción al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Alineados entre sí y con el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(Fase I)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cinco referentes, pero ninguno de los últimos tres años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constructos desarrollados; el tercero está apenas enunciado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Faltan las definiciones operativas de dos términos usados en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Rojo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no incluye el objetivo 3 y no hay justificación del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Rojo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Existe el instrumento, pero no hay plan de análisis escrito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citas del texto no tienen su referencia al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esta foto ya sé algo valioso: hoy no toco la introducción. Voy directo a los dos rojos de metodología.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gaps: convertir el color en acción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amarillo y cada rojo se vuelve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cuatro columnas: qué falta, prioridad, acción concreta y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falta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nombrado con precisión. No 'el marco'; sí 'la definición operativa de tiempo de atención'.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alta si rompe la coherencia, media si debilita el argumento, baja si es cosmética.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Acción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verbo que se pueda ejecutar hoy. 'Redactar', 'buscar', 'agregar fila', 'formatear'.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Compare: 'mejorar el marco' no es acción; 'redactar dos párrafos del tercer constructo con dos fuentes' sí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Evidencia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cómo sabrá que lo terminó. 'La matriz tiene tres filas' es verificable; 'quedó mejor'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TG2 el dueño de cada gap es usted mismo, pero escribirlo obliga a comprometerse en vez de anotar lamentos.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 gaps priorizada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Acción concreta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de 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 de análisis inexistente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Redactarlo desde la matriz del S07: dato, tipo, análisis,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plan de análisis con una fila por tipo de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3 no está en la matriz metodológica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Agregar la fila con dato, técnica y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tiene tantas filas como 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Alcance sin justificación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un párrafo que empiece con 'se declara descriptivo porque…'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Párrafo de justificación presente y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Tercer constructo del marco apenas enunciado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 dos párrafos con dos fuentes de los últimos cinco años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párrafos nuevos con dos citas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sin fuentes recientes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dos artículos de los últimos tres años en Scholar o SciELO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referentes recientes incorporados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citas sin referencia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Generarlas en ZoteroBib y pegarlas en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del texto aparece en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Interlineado inconsistente en dos páginas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el formato de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 formato uniforme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ataca de arriba abajo. Terminar los tres de prioridad alta vale más que cerrar los cuatro de 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Gap vago vs. gap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lo escribe casi todo el mundo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debería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'Mejorar el marco teórico'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qué, ni cuánto, ni con qué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'Redactar dos párrafos del constructo usabilidad con dos fuentes de los últimos cinco años'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'Revisar la metodología'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Revisar no produce nada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'Agregar la fila del objetivo 3 a la matriz pregunta–método'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'Arreglar las referencias'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sabe cuáles ni cuántas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'Generar en ZoteroBib las dos referencias faltantes de las citas de la página 7'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'Redactar mejor'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evidencia de cierre posible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'Reescribir el párrafo del planteamiento partiéndolo en dos ideas'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si no puede decir cómo verificará que el gap quedó cerrado, todavía no lo escribió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sesión de integración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'Empiezo corrigiendo ortografía y comas.' Es la forma más elegante de perder la clase: lo cosmético va al final, después de cerrar los rojos estructurales.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'Mis secciones son buenas, entonces el documento está bien.' Buenas partes no producen un conjunto coherente. Léalo de corrido antes de afirmarlo.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Pintar todo verde no acelera nada: solo traslada el problema a TG3, cuando ya no hay tiempo para reescribir el marco ni la metodología.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sesión de integración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Esta sesión no agrega contenido nuevo al documento: reordena, conecta y completa. Si termina con menos texto pero más coherente, ganó.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consolidar el documento en un solo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en Google Docs un único documento con todas sus secciones pegadas en el orden final del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Aplique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(Título 1 para secciones, Título 2 para subsecciones): sin estilos no hay índice automático.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→ Tabla de contenido. El índice le muestra la estructura real, y suele delatar secciones perdidas o repetidas.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resaltado amarillo todo lo que quedó a medias, con una nota entre corchetes de qué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lectura de corrido con las cuatro técnicas y llene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corregir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amarillo y rojo en una fila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Empiece por el gap de prioridad más alta y ciérrelo hasta su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documento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https://cdigital.cun.edu.co/course/view.php?id=129268.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Higiene de citas: el gap silencioso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pegar secciones escritas en semanas distintas aparecen dos fallas casi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aparece Autor (2022) en el texto y no está en las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está en la lista final y nunca se citó en el cuerpo. También es error.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Verificación rápida: recorra la lista de referencias y busque cada apellido con Ctrl+F en el cuerpo del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apellido no aparece, esa referencia sobra o falta citarla.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Complete lo que falte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pegue el DOI o el enlace,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copie el resultado.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también el orden alfabético y la sangría francesa de la lista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higiene no es cosmética: una cita huérfana en TG3 se lee como texto sin respaldo.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Semáforo y matriz de gaps de su propio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Individual, con acompañamiento del Docente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semáforo por sección, la matriz de gaps y el gap de prioridad alta ya empezado.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Lea su documento de corrido usando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las cuatro técnicas y llene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Construya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cada amarillo y cada rojo con prioridad, acción concreta y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Empiece aquí mismo a cerrar el gap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 más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más fácil.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Semáforo y matriz de gaps de su propio avance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semáforo refleja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real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autoengaño.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gap está escrito como «mejorar X»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todos dicen qué se hace.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gap de prioridad alta ya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avance visible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todo le parece amarillo, aplique una sola regla: rojo es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existe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amarillo lo que existe pero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alineado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`S09_Integracion_Apellido`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¿Leí el documento completo de corrido, sin corregir mientras leía?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semáforo tiene al menos un amarillo o un rojo? (Si está todo verde, no fui honesto.)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gap tiene prioridad, acción concreta y evidencia de cierre verificable?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¿Verifiqué que el marco use los mismos constructos que aparecen en mis objetivos?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matriz metodológica tiene exactamente tantas filas como objetivos específicos?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¿Toda cita del cuerpo tiene su referencia y toda referencia fue citada?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¿Ataqué primero un rojo estructural en vez de la ortografía?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documento consolidado tiene estilos aplicados e índice automático?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S09_Integracion_Apellido con el semáforo y la matriz de gaps completos.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durante la semana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todos los gaps de prioridad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deje los bajos para el final del periodo.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vez que cierre uno, cambie su color en el semáforo: verá el avance real y eso sostiene la motivación.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Pídale a un compañero la prueba del extraño: que le diga en una frase qué hace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cambiamos de modo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socialización de avances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Va a contar su proyecto en tres minutos y a dar y recibir retroalimentación.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a la mano y con claro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quiere que le ayuden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ese pedido es parte del ejercicio.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Integración del avance · correcciones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