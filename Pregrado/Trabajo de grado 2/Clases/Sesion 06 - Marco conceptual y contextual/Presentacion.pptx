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MARCO CONCEPTUAL Y CONTEXTUAL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conceptual y contextual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"Tiempo de atención" no significa lo mismo para dos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Pregunte en una mesa de ayuda qué es el tiempo de atención y saldrán tres respuestas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analista dirá "desde que abro el ticket hasta que lo cierro".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usuario dirá "desde que llamé hasta que me solucionaron".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jefe dirá "desde que entra al sistema hasta que se factura".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documento no dice cuál de las tres es, cualquier medición posterior queda sin piso.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el trabajo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fijar el significado de sus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acotar dónde ocurre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secciones cortas —conceptual y contextual— pero son las que sostienen toda la metodología que viene 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cerrado el marco referencial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antecedentes, teoría, conceptos y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conceptual = definiciones operativas, no de diccionario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definición de sus términos clave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 como los usa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copiar la entrada de un diccionario, de una enciclopedia en línea ni de la primera página del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Definición operativa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una definición acotada que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reconocería o mediría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término en la práctica.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"Tiempo de atención" no es "lo que se demora un servicio"; es "minutos transcurridos entre la apertura y el cierre del ticket en el sistema X".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diferencia no es de estilo: la primera no se puede medir y la segunda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la definición operativa: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"si dos personas distintas midieran esto, ¿darían el mismo número?"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no, la definición todavía está floja.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conceptual 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teórico y suele ocupar una tabla más un par de párrafos: es corto y decisivo.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diccionario a lo operativo: cuatro términos del caso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392662"/>
                <a:gridCol w="531822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de diccionario (insuficiente)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(útil)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"Una solicitud"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Registro de incidente creado por un usuario en la mesa de ayuda, con identificador único y fecha de apertura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"Lo que tarda un servicio"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Minutos transcurridos entre la apertura y el cierre del ticket, según el registro del sistema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Clasificación correcta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"Un acierto"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entre la categoría asignada por el modelo y la que asignó el analista al mismo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frecuente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"Las más comunes"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que concentra al menos el 5 % de los tickets del periodo analizado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Analista de soporte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"Quien atiende"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Persona del área de soporte TI con perfil habilitado para asignar categoría y cerrar tickets en el sistema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el patrón de la tercera columna: siempre aparece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se observa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 qué unidad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 dónde sale el dato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una definición operativa: cuatro piezas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Qué se observa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concreto, no la idea abstracta: la apertura y el cierre de un ticket.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En qué unidad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minutos, número de casos, porcentaje, sí/no. Si no tiene unidad, no es operativa.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De dónde sale el 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registro del sistema, el acta, el reporte del área. La fuente debe existir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Con qué límite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criterio que separa un caso de otro: "al menos el 5 %", "dentro del horario laboral".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una definición cumple las cuatro, el término queda listo para convertirse en variable.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Cuándo se cita y cuándo 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toma la definición de un autor,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cite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luego adáptela a su caso.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construye usted para su proyecto, dígalo: "para efectos de este proyecto se entenderá por…".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Ambas rutas son válidas. Lo que no es válido es una definición sin origen y sin límites.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contextual: dónde ocurre, con lupa y no con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descripción del escenario real donde vive el problema: la organización, el área y el proceso.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sobre Colombia, ni sobre el sector TI del país, ni sobre la historia de la empresa desde su fundación.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niveles y dónde debe aterrizar el suyo: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Macro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sector o el país. Máximo dos frases, solo si aporta pertinencia.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organización: tamaño, actividad, estructura relevante para el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Micro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área y el proceso concretos.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Aquí vive el 80 % de su marco contextual.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proporción: si el proyecto ocurre en un área de una empresa, el país no puede ocupar más renglones que el área.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debe quedar claro al terminar: qué área, cuántas personas, qué proceso, con qué sistema y con qué volumen aproximado.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Contexto mal acotado frente a contexto bien acotado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92662"/>
                <a:gridCol w="2750807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suele llegar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"Colombia es un país en vías de digitalización…"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Nivel macro que no toca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X, del sector servicios, opera con un área de soporte TI centralizada."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sector TI mueve millones de dólares al año."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Dato de relleno sin 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área atiende solicitudes de las tres sedes por correo, teléfono y formulario web."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fue fundada hace treinta años y ha crecido…"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Historia irrelevante para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equipo lo conforman los analistas de soporte, que registran cada solicitud en el sistema X."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"Todos los usuarios tienen problemas con el sistema."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Afirmación sin fuente ni medida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el informe interno del área, se reciben en promedio N solicitudes diarias."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dato de contexto necesita origen: informe interno, página institucional o fuente citada en APA 7. Sin origen, es suposición.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párrafo de contexto,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presente proyecto se desarrolla en la empresa X, organización del sector servicios con tres sedes en Bogotá. El estudio se concentra 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área de soporte TI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responsable de atender las solicitudes tecnológicas de los usuarios internos."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área recibe solicitudes por tres canales —correo, teléfono y formulario web— que se consolidan en el sistema X, donde cada ticket queda registrado con identificador, fecha de apertura y categoría asignada manualmente por el analista. Según el informe interno del área, se registran en promedio N solicitudes diarias, atendidas por un equipo de M analistas."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proceso objeto de estudio es específicamente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del ticket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paso previo a su asignación y resolución."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hace bien este párrafo: nombra organización, área, proceso, sistema, canales, volumen y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no hace: no habla del país, no cuenta la historia de la empresa, no adelanta ninguna conclusión.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total: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página es suficiente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Más de eso suele ser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avance el contexto se construye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información ya existente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—informes, documentación del área, fuentes publicadas—; el levantamiento en campo corresponde al semestre siguiente.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esto sostiene el próximo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67742"/>
                <a:gridCol w="2384032"/>
                <a:gridCol w="2659113"/>
                <a:gridCol w="220064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(hoy)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 (metodología)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 del dato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entre apertura y cierre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 de minutos por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Registro histórico del sistema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entre categoría del modelo y del analista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Acierto de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coincidencias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ambas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con al menos el 5 % de los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 de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Distribución de tickets por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Reporte de categorías del periodo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Lea la tabla de izquierda a derecha: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término mal definido hoy es un instrumento imposible mañana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Por eso esta sesión, aunque corta, decide la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"Copié la definición de la enciclopedia en línea."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 sirve para medir y además es fuente débil. Construya la definición operativa de su caso.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contexto es Colombia y el sector TI."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Baje a la organización, el área y el proceso. El país cabe en dos frases, no en dos páginas.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"Definí el término tan amplio que sirve para todo."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Si sirve para todo, no mide nada. Agréguele unidad, fuente del dato y límite.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"¿Conceptual y contextual no son lo mismo?"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No: el conceptual define los términos; el contextual describe el lugar y el proceso donde ocurren.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construir las dos secciones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Liste los términos que su documento repite sin haber definido; escoja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cuatro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cada uno,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definiciones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autores distintos.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Compárelas y elija la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pueda operacionalizar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la más elegante ni la más larga.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Adáptela a su caso agregando las cuatro piezas: qué se observa, unidad, fuente del dato y límite.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la tabla de tres columnas en Google Docs: término · definición del autor (citada) · definición operativa del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las referencias de las definiciones citadas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contexto en el orden organización → área → proceso, con un dato con origen por párrafo.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proporciones: si el nivel macro ocupa más que el micro, recorte el macro.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le ayuda ver el contexto antes de escribirlo, dibuje el flujo del proceso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Excalidraw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gratis, en el navegador, y la imagen se pega en el documento.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para cerrar el marco referencial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`S06_ConceptualContextual_Apellido`: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de mínimo cuatro términos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 definición operativa, siguiendo las cuatro piezas.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página de 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describa organización, área y proceso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citas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las definiciones que haya tomado de autores.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dato con origen por cada párrafo de contexto (informe, documento del área o fuente citada).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minutos; el Docente revisa término por término si la definición es medible.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término se puede medir tal como está escrito, y el contexto describe un lugar concreto —no un país—.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en pareja, si alcanza el tiempo: intercambien definiciones y verifiquen si ambos medirían igual.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tabla tiene al menos cuatro términos, y todos aparecen en la pregunta o en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definición dice qué se observa, en qué unidad, de dónde sale el dato y con qué límite.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personas distintas medirían lo mismo con cada definición.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definiciones tomadas de autores están citadas en APA 7; las propias dicen "para efectos de este proyecto…".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contexto nombra organización, área y proceso concretos, con volumen y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nivel macro (país o sector) no ocupa más de dos frases.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dato de contexto está sin origen.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`S06_ConceptualContextual_Apellido`.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`S06_ConceptualContextual_Apellido`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integre la tabla y el contexto en el documento general: con esto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 queda armado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el marco teórico y reemplace los términos vagos por los que acaba de definir.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cada definición operativa anote, en una línea, con qué dato existente se podría verificar.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salto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 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enfoque, tipo y alcance con los que se responderá la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la tabla de definiciones: de ahí salen directamente las variables del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Marco conceptual y contextual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