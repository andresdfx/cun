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MARCO CONCEPTUAL Y CONTEXTUAL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Marco conceptual y contextual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"Tiempo de atención" no significa lo mismo para dos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Pregunte en una mesa de ayuda qué es el tiempo de atención y saldrán tres respuestas distintas.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analista dirá "desde que abro el ticket hasta que lo cierro".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usuario dirá "desde que llamé hasta que me solucionaron".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jefe dirá "desde que entra al sistema hasta que se factura".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su documento no dice cuál de las tres es, cualquier medición posterior queda sin piso.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es el trabajo de hoy: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fijar el significado de sus términos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acotar dónde ocurre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Dos secciones cortas —conceptual y contextual— pero son las que sostienen toda la metodología que viene después.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 esto queda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cerrado el marco referencial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antecedentes, teoría, conceptos y contexto.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Marco conceptual = definiciones operativas, no de diccionario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definición de sus términos clave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tal como los usa su 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copiar la entrada de un diccionario, de una enciclopedia en línea ni de la primera página del buscador.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Definición operativa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una definición acotada que dice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 se reconocería o mediría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término en la práctica.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"Tiempo de atención" no es "lo que se demora un servicio"; es "minutos transcurridos entre la apertura y el cierre del ticket en el sistema X".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diferencia no es de estilo: la primera no se puede medir y la segunda sí.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la definición operativa: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"si dos personas distintas midieran esto, ¿darían el mismo número?"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la respuesta es no, la definición todavía está floja.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marco conceptual va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después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teórico y suele ocupar una tabla más un par de párrafos: es corto y decisivo.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Del diccionario a lo operativo: cuatro términos del caso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00645"/>
                <a:gridCol w="3392662"/>
                <a:gridCol w="531822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Término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Definición de diccionario (insuficiente)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Definición operativa (útil)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"Una solicitud"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Registro de incidente creado por un usuario en la mesa de ayuda, con identificador único y fecha de apertura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Tiempo de atención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"Lo que tarda un servicio"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Minutos transcurridos entre la apertura y el cierre del ticket, según el registro del sistema X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Clasificación correcta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"Un acierto"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Coincidencia entre la categoría asignada por el modelo y la que asignó el analista al mismo ticket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Categoría frecuente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"Las más comunes"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Categoría que concentra al menos el 5 % de los tickets del periodo analizado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Analista de soporte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"Quien atiende"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Persona del área de soporte TI con perfil habilitado para asignar categoría y cerrar tickets en el sistema X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Note el patrón de la tercera columna: siempre aparece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qué se observa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en qué unidad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de dónde sale el dato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Anatomía de una definición operativa: cuatro piezas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Qué se observa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hecho concreto, no la idea abstracta: la apertura y el cierre de un ticket.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En qué unidad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minutos, número de casos, porcentaje, sí/no. Si no tiene unidad, no es operativa.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De dónde sale el dato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registro del sistema, el acta, el reporte del área. La fuente debe existir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Con qué límite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criterio que separa un caso de otro: "al menos el 5 %", "dentro del horario laboral".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Cuando una definición cumple las cuatro, el término queda listo para convertirse en variable.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Cuándo se cita y cuándo no: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toma la definición de un autor,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cite en APA 7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luego adáptela a su caso.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la construye usted para su proyecto, dígalo: "para efectos de este proyecto se entenderá por…".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Ambas rutas son válidas. Lo que no es válido es una definición sin origen y sin límites.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Marco contextual: dónde ocurre, con lupa y no con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descripción del escenario real donde vive el problema: la organización, el área y el proceso.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capítulo sobre Colombia, ni sobre el sector TI del país, ni sobre la historia de la empresa desde su fundación.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tres niveles y dónde debe aterrizar el suyo: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Macro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sector o el país. Máximo dos frases, solo si aporta pertinencia.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la organización: tamaño, actividad, estructura relevante para el problema.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Micro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área y el proceso concretos.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Aquí vive el 80 % de su marco contextual.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 proporción: si el proyecto ocurre en un área de una empresa, el país no puede ocupar más renglones que el área.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sí debe quedar claro al terminar: qué área, cuántas personas, qué proceso, con qué sistema y con qué volumen aproximado.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Contexto mal acotado frente a contexto bien acotado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92662"/>
                <a:gridCol w="2750807"/>
                <a:gridCol w="476806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Como suele llegar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debe quedar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"Colombia es un país en vías de digitalización…"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Nivel macro que no toca el 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"La empresa X, del sector servicios, opera con un área de soporte TI centralizada."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sector TI mueve millones de dólares al año."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Dato de relleno sin relación con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área atiende solicitudes de las tres sedes por correo, teléfono y formulario web."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"La empresa fue fundada hace treinta años y ha crecido…"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Historia irrelevante para el 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equipo lo conforman los analistas de soporte, que registran cada solicitud en el sistema X."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"Todos los usuarios tienen problemas con el sistema."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Afirmación sin fuente ni medida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"Según el informe interno del área, se reciben en promedio N solicitudes diarias."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dato de contexto necesita origen: informe interno, página institucional o fuente citada en APA 7. Sin origen, es suposición.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párrafo de contexto, escrito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"El presente proyecto se desarrolla en la empresa X, organización del sector servicios con tres sedes en Bogotá. El estudio se concentra en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área de soporte TI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responsable de atender las solicitudes tecnológicas de los usuarios internos."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"El área recibe solicitudes por tres canales —correo, teléfono y formulario web— que se consolidan en el sistema X, donde cada ticket queda registrado con identificador, fecha de apertura y categoría asignada manualmente por el analista. Según el informe interno del área, se registran en promedio N solicitudes diarias, atendidas por un equipo de M analistas."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"El proceso objeto de estudio es específicamente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clasificación del ticket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paso previo a su asignación y resolución."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Qué hace bien este párrafo: nombra organización, área, proceso, sistema, canales, volumen y equipo.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Qué no hace: no habla del país, no cuenta la historia de la empresa, no adelanta ninguna conclusión.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Extensión total: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página es suficiente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Más de eso suele ser relleno.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este avance el contexto se construye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información ya existente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—informes, documentación del área, fuentes publicadas—; el levantamiento en campo corresponde al semestre siguiente.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Por qué esto sostiene el próximo semestre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67742"/>
                <a:gridCol w="2384032"/>
                <a:gridCol w="2659113"/>
                <a:gridCol w="220064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Definición operativa (hoy)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Variable (metodología)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Fuente del dato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Minutos entre apertura y cierre del ticket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Tiempo de atención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Promedio de minutos por ticket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Registro histórico del sistema X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Coincidencia entre categoría del modelo y del analista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Acierto de clasificación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Porcentaje de coincidencias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Comparación de ambas categorías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Categoría con al menos el 5 % de los tickets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Frecuencia de categoría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Distribución de tickets por categoría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Reporte de categorías del periodo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Lea la tabla de izquierda a derecha: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 término mal definido hoy es un instrumento imposible mañana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Por eso esta sesión, aunque corta, decide la metodología.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corrige en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"Copié la definición de la enciclopedia en línea."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No sirve para medir y además es fuente débil. Construya la definición operativa de su caso.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"Mi contexto es Colombia y el sector TI."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Baje a la organización, el área y el proceso. El país cabe en dos frases, no en dos páginas.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"Definí el término tan amplio que sirve para todo."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Si sirve para todo, no mide nada. Agréguele unidad, fuente del dato y límite.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corrige en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"¿Conceptual y contextual no son lo mismo?"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No: el conceptual define los términos; el contextual describe el lugar y el proceso donde ocurren.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construir las dos secciones en el navegador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Liste los términos que su documento repite sin haber definido; escoja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cuatro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cada uno, busque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SciELO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Redalyc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definiciones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autores distintos.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Compárelas y elija la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pueda operacionalizar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la más elegante ni la más larga.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Adáptela a su caso agregando las cuatro piezas: qué se observa, unidad, fuente del dato y límite.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Arme la tabla de tres columnas en Google Docs: término · definición del autor (citada) · definición operativa del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Genere las referencias de las definiciones citadas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(zbib.org) en APA 7.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contexto en el orden organización → área → proceso, con un dato con origen por párrafo.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Revise proporciones: si el nivel macro ocupa más que el micro, recorte el macro.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le ayuda ver el contexto antes de escribirlo, dibuje el flujo del proceso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Excalidraw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tldraw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gratis, en el navegador, y la imagen se pega en el documento.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20 minutos para cerrar el marco referencial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documento llamado `S06_ConceptualContextual_Apellido`: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tabla de mínimo cuatro términos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su definición operativa, siguiendo las cuatro piezas.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página de contexto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describa organización, área y proceso concretos.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Las citas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las definiciones que haya tomado de autores.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dato con origen por cada párrafo de contexto (informe, documento del área o fuente citada).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minutos; el Docente revisa término por término si la definición es medible.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término se puede medir tal como está escrito, y el contexto describe un lugar concreto —no un país—.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en pareja, si alcanza el tiempo: intercambien definiciones y verifiquen si ambos medirían igual.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Autoevaluación antes de subir el archivo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tabla tiene al menos cuatro términos, y todos aparecen en la pregunta o en los objetivos.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definición dice qué se observa, en qué unidad, de dónde sale el dato y con qué límite.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Dos personas distintas medirían lo mismo con cada definición.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definiciones tomadas de autores están citadas en APA 7; las propias dicen "para efectos de este proyecto…".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contexto nombra organización, área y proceso concretos, con volumen y sistema.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nivel macro (país o sector) no ocupa más de dos frases.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Ningún dato de contexto está sin origen.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archivo se llama `S06_ConceptualContextual_Apellido`.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`S06_ConceptualContextual_Apellido`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1: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integre la tabla y el contexto en el documento general: con esto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referencial queda armado completo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relea el marco teórico y reemplace los términos vagos por los que acaba de definir.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3: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cada definición operativa anote, en una línea, con qué dato existente se podría verificar.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salto al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 metodológico propuesto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enfoque, tipo y alcance con los que se responderá la pregunta.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la tabla de definiciones: de ahí salen directamente las variables del método.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Marco conceptual y contextual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