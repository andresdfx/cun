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nos presentamos en el tablero colaborativo.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PRESÉNTATE — ROMPEHIELOS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Preséntate: quién eres y qué esperas del curso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Escanea o abre: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https://padlet.com/andres_dfx/cun-wruz81hmf9k06gd7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En un post-it escribe: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+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expectativa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tema de interés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(1 frase).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Tablero oficial: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Padlet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(mismo enlace en los 5 cursos).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Ahora (~7 min). Leemos juntos 3–4 notas (sin juzgar).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presentacion_estudia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2655" y="210312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332927" y="5230367"/>
            <a:ext cx="332841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0C2340"/>
                </a:solidFill>
                <a:latin typeface="Calibri"/>
              </a:rPr>
              <a:t>Escanea o abre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32927" y="5468112"/>
            <a:ext cx="332841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https://padlet.com/andres_dfx/cun-wruz81hmf9k06gd7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está confirmado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evaluación: los tres cortes, sus quices, sus parciales, la ACA Final y la auto/coevaluación salen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de una suposición. Los verá con su peso en la slide «CÓMO SE EVALÚA».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la estructura de evaluación y el producto final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/ artículo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cancela, la actividad queda publicada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actividad publicada.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provisional. Guías escritas: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contextual, citados en APA 7.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limpia, lista para TG3.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cada objetivo con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sesión, con su tipo de actividad.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espacio de la sesión: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ventana; si se cierra, no hay archivo que lo reemplace.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allá el Docente confirma cómo opera: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dejar pasar la ventana de un quiz o un parcial y por no entregar la ACA Final; casi nunca por escribir mal. El documento se corrige; la ventana cerrada,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