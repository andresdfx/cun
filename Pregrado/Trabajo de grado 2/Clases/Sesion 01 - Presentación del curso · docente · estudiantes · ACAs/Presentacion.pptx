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las ACAs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ACAs: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entrega, cuánto pesa y dónde se sube.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 — QUÉ SE EVALÚA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Entrega oficial: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93453"/>
                <a:gridCol w="7763976"/>
                <a:gridCol w="115410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1 · Delimitación y formulación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30%*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Marco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30%*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Corte 3 · Metodología e integración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40%*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605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`Clases/Recursos/ACAs/` y la Presentación del Curso.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Delimitación / reformulación del tema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el enunciado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 y leerlo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