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TRABAJO DE GRADO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TG2 es un taller de escritura, no una clase magistral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once encuentros.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de 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trae un proyecto y lo lleva a un avance consolidado.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deja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sea imperfecto.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15 minutos de criterio y ejemplo, y el resto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escribiendo o corrigiendo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 al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de trabajo de grado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más reciente.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sección de la semana anterior ya escrita (aunque esté fea).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“este párrafo no me cuadra”, no “no sé por dónde empezar”.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Principio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 cuenta lo escrito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“Lo tengo en la cabeza” no es un avance, es una intención.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Aviso honesto sobre este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Trabajo de Grado 2 no tiene Syllabus SIAC cargado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 carpeta del programa. El temario que verá a continuación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orientativo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construyó a partir del Manual del Docente y de la ruta que sigue TG3.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está confirmado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evaluación: los tres cortes, sus quices, sus parciales, la ACA Final y la auto/coevaluación salen del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de una suposición. Los verá con su peso en la slide «CÓMO SE EVALÚA».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Qué significa esto en la práctica: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orden de los temas puede ajustarse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pero la estructura de evaluación y el producto final no cambian. Si algo se mueve, el Docente lo avisa en CDigital, no de palabra.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del tema al marco referencial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 provisional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esqueleto del avance en una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documento / artículo de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 de secciones y 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y referentes (Fase I)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de los primeros referentes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—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teóricas organizadas por concepto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operativas y contexto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lunes sea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festivo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esa sesión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cancela. La actividad queda en la carpeta de esa sesión en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Drive de clases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(`Clases/Sesion NN - …/`) y lo que haya que entregar se sube, como siempre, a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del método al cierre del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 (propuesto)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tipo y alcance, escritos en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 (propuestos)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Bosquejo de 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del avance · correcciones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consolidado y coherente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 avances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Pitch de 3 minutos y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Cierre del avance · preparación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Versión limpia y lista de pendientes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once sesiones construyen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falta a una, la siguiente le va a pedir algo que no escribió.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el avance escrito que alimenta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TG2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avance consolidado de su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Terminar TG2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terminar el trabajo de grado. Es dejarlo listo para que en TG3 solo quede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ejecutar y sustentar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 su documento debe tener: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pregunta y objetivos definitivos.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referencial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antecedentes, marco teórico, conceptual y contextual, citados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(en futuro: “se aplicará”, “se propone”), con instrumentos bosquejados.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explícita y en imperativo.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quien llega a TG3 con esto hecho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arranca ejecutando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quien llega sin esto, repite TG2 dentro de TG3 y no alcanza a sustentar.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Aquí no hay resultados todavía: el trabajo de campo es de TG3. Prometer hallazgos en este avance es el error que más se arrastra.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se deja por escrito hoy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contiene, punto por punto: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escrita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CUN, abierta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Festivos: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lunes festivo =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actividad queda en la carpeta de esa sesión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Drive de clases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la entrega sigue siendo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entregado; sin entrega no hay retroalimentación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trámite: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117581"/>
                <a:gridCol w="3300968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Delimitación y formulación: tema delimitado, problema, pregunta, objetivos y título provisional. Guías escritas: `Quiz 1 (6%)` y `Parcial 1 (24%)`.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“IA en las empresas” · Bueno: actor, fenómeno y contexto en una frase, con objetivos que responden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referencial: antecedentes, marco teórico, conceptual y contextual, citados en APA 7.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definiciones copiadas una tras otra · Bueno: tres o cuatro conceptos hilados, cada uno sosteniendo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 e integración del avance en una versión limpia, lista para TG3.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método “porque sí” y secciones pegadas · Bueno: cada objetivo con su método, y un documento sin costuras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sesión, con su tipo de actividad. Enunciados y criterios: `Clases/Recursos/ACAs/`;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la Presentación del Curso y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TG2 se evalúa por versiones de un texto que crece, no por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`SNN_Tema_Apellido`. Ejemplo: `S02_PreguntaObjetivos_Perez`.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la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cuestionarios que se resuelven en el aula dentro de su ventana; si se cierra, no hay archivo que lo reemplace.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hay entregas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en trabajo de grado se revisa de verdad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figuras, código y fragmentos de su propio trabajo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Reutilizar un trabajo de otro semestre sin declararlo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la entrega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 del aula (CDigital)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allá el Docente confirma cómo opera: el hábito se corrige aquí, no allá.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consecuencias sobre la opción de grado.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En un documento que crece seis meses, reconstruirla es imposible.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mejorar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recuerde que en TG3 hay sustentación ante jurados: un párrafo que usted no puede explicar en voz alta le va a costar caro.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avance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antecedentes y referentes;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de 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iberoamericanas, útiles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o el 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Sesiones de problema y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que se preguntó y se respondió.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taller es el momento de revisión uno a uno. Llegue con el párrafo abierto y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el marco teórico?”.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estos tres conceptos y estas cuatro fuentes: ¿sobra alguno o falta uno?”.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en TG2 una semana perdida se nota en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diapositivas. La primera parte fija el criterio de la sesión: sin eso, el taller no rinde.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las revisiones se proyecta el documento de alguien;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borrador: todos mostramos texto a medio hacer.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la retroalimentación.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no a la persona, y siempre con una propuesta concreta: qué cambiar y por qué.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“¿Esto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pierde por dejar pasar la ventana de un quiz o un parcial y por no entregar la ACA Final; casi nunca por escribir mal. El documento se corrige; la ventana cerrada, 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lo que autorice el programa: consúltelo hoy, no a mitad de periodo.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Reformular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(afinar el foco) sí, y hoy mismo.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Cambiar de proyecto entero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cuesta semanas que este periodo no tiene: solo por fuerza mayor y hablado con el Docente.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lo que hice en el semestre anterior?”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esa es la idea: TG2 continúa lo que ya existe. Pero se revisa, se actualiza y se cita si reutiliza fragmentos propios.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delimitación y reformulación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se pasa de un tema amplio a uno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dictó: se lee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Haga el inventario de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`S01_EstadoProyecto_Apellido`: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matriz de estado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 cada sección (tema, problema, objetivos, marco, metodología) marque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/ a medias / inexistente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pegue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párrafo o el enlace).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tema delimitado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sola frase: actor + fenómeno +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`Clases/Recursos/ACAs/`: `Quiz 1 (6%)` y `Parcial 1 (24%)`, que es lo que se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“A medias” e “inexistente” son respuestas honestas y válidas. Lo que no sirve es el “más o menos” sin nada escrito debajo.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Delimitación / reformulación del tema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